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1" r:id="rId5"/>
    <p:sldMasterId id="2147483660" r:id="rId6"/>
    <p:sldMasterId id="2147483668" r:id="rId7"/>
  </p:sldMasterIdLst>
  <p:notesMasterIdLst>
    <p:notesMasterId r:id="rId11"/>
  </p:notesMasterIdLst>
  <p:handoutMasterIdLst>
    <p:handoutMasterId r:id="rId12"/>
  </p:handoutMasterIdLst>
  <p:sldIdLst>
    <p:sldId id="283" r:id="rId8"/>
    <p:sldId id="306" r:id="rId9"/>
    <p:sldId id="307" r:id="rId19"/>
    <p:sldId id="308" r:id="rId20"/>
    <p:sldId id="309" r:id="rId21"/>
    <p:sldId id="310" r:id="rId22"/>
    <p:sldId id="311" r:id="rId23"/>
    <p:sldId id="312" r:id="rId24"/>
  </p:sldIdLst>
  <p:sldSz cx="12192000" cy="6858000"/>
  <p:notesSz cx="6858000" cy="91440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22" userDrawn="1">
          <p15:clr>
            <a:srgbClr val="A4A3A4"/>
          </p15:clr>
        </p15:guide>
        <p15:guide id="2" pos="55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C" initials="P" lastIdx="1" clrIdx="0">
    <p:extLst>
      <p:ext uri="{19B8F6BF-5375-455C-9EA6-DF929625EA0E}">
        <p15:presenceInfo xmlns:p15="http://schemas.microsoft.com/office/powerpoint/2012/main" userId="P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B4169"/>
    <a:srgbClr val="FF3300"/>
    <a:srgbClr val="E8E8E8"/>
    <a:srgbClr val="CC3399"/>
    <a:srgbClr val="F2F2F2"/>
    <a:srgbClr val="FF0066"/>
    <a:srgbClr val="2D5987"/>
    <a:srgbClr val="FF3399"/>
    <a:srgbClr val="F41114"/>
    <a:srgbClr val="6F98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996" y="66"/>
      </p:cViewPr>
      <p:guideLst>
        <p:guide orient="horz" pos="822"/>
        <p:guide pos="551"/>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nando Manuel Blanco Perez" userId="f0f24d70-2468-445c-878c-0831589a10f0" providerId="ADAL" clId="{77990127-3D84-4E21-B9D5-1264099615F0}"/>
    <pc:docChg chg="undo redo custSel delSld modSld delMainMaster">
      <pc:chgData name="Fernando Manuel Blanco Perez" userId="f0f24d70-2468-445c-878c-0831589a10f0" providerId="ADAL" clId="{77990127-3D84-4E21-B9D5-1264099615F0}" dt="2026-08-02T21:18:24.327" v="225"/>
      <pc:docMkLst>
        <pc:docMk/>
      </pc:docMkLst>
      <pc:sldChg chg="modSp mod">
        <pc:chgData name="Fernando Manuel Blanco Perez" userId="f0f24d70-2468-445c-878c-0831589a10f0" providerId="ADAL" clId="{77990127-3D84-4E21-B9D5-1264099615F0}" dt="2026-08-02T21:16:03.284" v="54" actId="20577"/>
        <pc:sldMkLst>
          <pc:docMk/>
          <pc:sldMk cId="2084092606" sldId="283"/>
        </pc:sldMkLst>
        <pc:spChg chg="mod">
          <ac:chgData name="Fernando Manuel Blanco Perez" userId="f0f24d70-2468-445c-878c-0831589a10f0" providerId="ADAL" clId="{77990127-3D84-4E21-B9D5-1264099615F0}" dt="2026-08-02T21:15:39.394" v="29" actId="20577"/>
          <ac:spMkLst>
            <pc:docMk/>
            <pc:sldMk cId="2084092606" sldId="283"/>
            <ac:spMk id="2" creationId="{0FEC0A74-A0EA-4863-8BFD-0716AE1F6F6E}"/>
          </ac:spMkLst>
        </pc:spChg>
        <pc:spChg chg="mod">
          <ac:chgData name="Fernando Manuel Blanco Perez" userId="f0f24d70-2468-445c-878c-0831589a10f0" providerId="ADAL" clId="{77990127-3D84-4E21-B9D5-1264099615F0}" dt="2026-08-02T21:16:03.284" v="54" actId="20577"/>
          <ac:spMkLst>
            <pc:docMk/>
            <pc:sldMk cId="2084092606" sldId="283"/>
            <ac:spMk id="3" creationId="{F73B5977-DF9C-4DC3-B2E8-E1E648051E0D}"/>
          </ac:spMkLst>
        </pc:spChg>
      </pc:sldChg>
      <pc:sldChg chg="delSp modSp mod">
        <pc:chgData name="Fernando Manuel Blanco Perez" userId="f0f24d70-2468-445c-878c-0831589a10f0" providerId="ADAL" clId="{77990127-3D84-4E21-B9D5-1264099615F0}" dt="2026-08-02T21:17:32.889" v="214"/>
        <pc:sldMkLst>
          <pc:docMk/>
          <pc:sldMk cId="206169615" sldId="306"/>
        </pc:sldMkLst>
        <pc:spChg chg="mod">
          <ac:chgData name="Fernando Manuel Blanco Perez" userId="f0f24d70-2468-445c-878c-0831589a10f0" providerId="ADAL" clId="{77990127-3D84-4E21-B9D5-1264099615F0}" dt="2026-08-02T21:17:32.889" v="214"/>
          <ac:spMkLst>
            <pc:docMk/>
            <pc:sldMk cId="206169615" sldId="306"/>
            <ac:spMk id="2" creationId="{562C512E-038D-D0CC-A5DF-BD3AFA4B4585}"/>
          </ac:spMkLst>
        </pc:spChg>
        <pc:spChg chg="del mod">
          <ac:chgData name="Fernando Manuel Blanco Perez" userId="f0f24d70-2468-445c-878c-0831589a10f0" providerId="ADAL" clId="{77990127-3D84-4E21-B9D5-1264099615F0}" dt="2026-08-02T21:16:54.195" v="89" actId="478"/>
          <ac:spMkLst>
            <pc:docMk/>
            <pc:sldMk cId="206169615" sldId="306"/>
            <ac:spMk id="4" creationId="{1253F4A1-7D7D-FD23-15B1-1F71CE0E3D85}"/>
          </ac:spMkLst>
        </pc:spChg>
        <pc:spChg chg="mod">
          <ac:chgData name="Fernando Manuel Blanco Perez" userId="f0f24d70-2468-445c-878c-0831589a10f0" providerId="ADAL" clId="{77990127-3D84-4E21-B9D5-1264099615F0}" dt="2026-08-02T21:16:38.580" v="87" actId="20577"/>
          <ac:spMkLst>
            <pc:docMk/>
            <pc:sldMk cId="206169615" sldId="306"/>
            <ac:spMk id="6" creationId="{D2E99FAD-7599-A4D9-DB0E-83A09544517F}"/>
          </ac:spMkLst>
        </pc:spChg>
        <pc:spChg chg="mod">
          <ac:chgData name="Fernando Manuel Blanco Perez" userId="f0f24d70-2468-445c-878c-0831589a10f0" providerId="ADAL" clId="{77990127-3D84-4E21-B9D5-1264099615F0}" dt="2026-08-02T21:16:28.795" v="72" actId="20577"/>
          <ac:spMkLst>
            <pc:docMk/>
            <pc:sldMk cId="206169615" sldId="306"/>
            <ac:spMk id="8" creationId="{A1F94255-97C7-211B-29C1-E6923876BE75}"/>
          </ac:spMkLst>
        </pc:spChg>
      </pc:sldChg>
      <pc:sldChg chg="del">
        <pc:chgData name="Fernando Manuel Blanco Perez" userId="f0f24d70-2468-445c-878c-0831589a10f0" providerId="ADAL" clId="{77990127-3D84-4E21-B9D5-1264099615F0}" dt="2026-08-02T21:17:46.417" v="215" actId="47"/>
        <pc:sldMkLst>
          <pc:docMk/>
          <pc:sldMk cId="4248117794" sldId="333"/>
        </pc:sldMkLst>
      </pc:sldChg>
      <pc:sldChg chg="del">
        <pc:chgData name="Fernando Manuel Blanco Perez" userId="f0f24d70-2468-445c-878c-0831589a10f0" providerId="ADAL" clId="{77990127-3D84-4E21-B9D5-1264099615F0}" dt="2026-08-02T21:17:51.500" v="216" actId="47"/>
        <pc:sldMkLst>
          <pc:docMk/>
          <pc:sldMk cId="2851537969" sldId="355"/>
        </pc:sldMkLst>
      </pc:sldChg>
      <pc:sldChg chg="del">
        <pc:chgData name="Fernando Manuel Blanco Perez" userId="f0f24d70-2468-445c-878c-0831589a10f0" providerId="ADAL" clId="{77990127-3D84-4E21-B9D5-1264099615F0}" dt="2026-08-02T21:17:51.500" v="216" actId="47"/>
        <pc:sldMkLst>
          <pc:docMk/>
          <pc:sldMk cId="1164182821" sldId="365"/>
        </pc:sldMkLst>
      </pc:sldChg>
      <pc:sldChg chg="del">
        <pc:chgData name="Fernando Manuel Blanco Perez" userId="f0f24d70-2468-445c-878c-0831589a10f0" providerId="ADAL" clId="{77990127-3D84-4E21-B9D5-1264099615F0}" dt="2026-08-02T21:18:21.303" v="224" actId="2696"/>
        <pc:sldMkLst>
          <pc:docMk/>
          <pc:sldMk cId="2576465115" sldId="367"/>
        </pc:sldMkLst>
      </pc:sldChg>
      <pc:sldChg chg="del">
        <pc:chgData name="Fernando Manuel Blanco Perez" userId="f0f24d70-2468-445c-878c-0831589a10f0" providerId="ADAL" clId="{77990127-3D84-4E21-B9D5-1264099615F0}" dt="2026-08-02T21:18:02.846" v="219" actId="47"/>
        <pc:sldMkLst>
          <pc:docMk/>
          <pc:sldMk cId="1753042611" sldId="369"/>
        </pc:sldMkLst>
      </pc:sldChg>
      <pc:sldChg chg="del">
        <pc:chgData name="Fernando Manuel Blanco Perez" userId="f0f24d70-2468-445c-878c-0831589a10f0" providerId="ADAL" clId="{77990127-3D84-4E21-B9D5-1264099615F0}" dt="2026-08-02T21:18:06.189" v="220" actId="47"/>
        <pc:sldMkLst>
          <pc:docMk/>
          <pc:sldMk cId="3809707498" sldId="371"/>
        </pc:sldMkLst>
      </pc:sldChg>
      <pc:sldChg chg="del">
        <pc:chgData name="Fernando Manuel Blanco Perez" userId="f0f24d70-2468-445c-878c-0831589a10f0" providerId="ADAL" clId="{77990127-3D84-4E21-B9D5-1264099615F0}" dt="2026-08-02T21:17:55.290" v="217" actId="47"/>
        <pc:sldMkLst>
          <pc:docMk/>
          <pc:sldMk cId="1655638484" sldId="372"/>
        </pc:sldMkLst>
      </pc:sldChg>
      <pc:sldChg chg="del">
        <pc:chgData name="Fernando Manuel Blanco Perez" userId="f0f24d70-2468-445c-878c-0831589a10f0" providerId="ADAL" clId="{77990127-3D84-4E21-B9D5-1264099615F0}" dt="2026-08-02T21:18:09.695" v="221" actId="47"/>
        <pc:sldMkLst>
          <pc:docMk/>
          <pc:sldMk cId="277755319" sldId="373"/>
        </pc:sldMkLst>
      </pc:sldChg>
      <pc:sldChg chg="del">
        <pc:chgData name="Fernando Manuel Blanco Perez" userId="f0f24d70-2468-445c-878c-0831589a10f0" providerId="ADAL" clId="{77990127-3D84-4E21-B9D5-1264099615F0}" dt="2026-08-02T21:18:14.180" v="222" actId="47"/>
        <pc:sldMkLst>
          <pc:docMk/>
          <pc:sldMk cId="3124430133" sldId="374"/>
        </pc:sldMkLst>
      </pc:sldChg>
      <pc:sldChg chg="del">
        <pc:chgData name="Fernando Manuel Blanco Perez" userId="f0f24d70-2468-445c-878c-0831589a10f0" providerId="ADAL" clId="{77990127-3D84-4E21-B9D5-1264099615F0}" dt="2026-08-02T21:18:14.180" v="222" actId="47"/>
        <pc:sldMkLst>
          <pc:docMk/>
          <pc:sldMk cId="1981958377" sldId="376"/>
        </pc:sldMkLst>
      </pc:sldChg>
      <pc:sldChg chg="del">
        <pc:chgData name="Fernando Manuel Blanco Perez" userId="f0f24d70-2468-445c-878c-0831589a10f0" providerId="ADAL" clId="{77990127-3D84-4E21-B9D5-1264099615F0}" dt="2026-08-02T21:18:09.695" v="221" actId="47"/>
        <pc:sldMkLst>
          <pc:docMk/>
          <pc:sldMk cId="323406673" sldId="377"/>
        </pc:sldMkLst>
      </pc:sldChg>
      <pc:sldChg chg="del">
        <pc:chgData name="Fernando Manuel Blanco Perez" userId="f0f24d70-2468-445c-878c-0831589a10f0" providerId="ADAL" clId="{77990127-3D84-4E21-B9D5-1264099615F0}" dt="2026-08-02T21:17:58.804" v="218" actId="47"/>
        <pc:sldMkLst>
          <pc:docMk/>
          <pc:sldMk cId="3235810394" sldId="378"/>
        </pc:sldMkLst>
      </pc:sldChg>
      <pc:sldChg chg="del">
        <pc:chgData name="Fernando Manuel Blanco Perez" userId="f0f24d70-2468-445c-878c-0831589a10f0" providerId="ADAL" clId="{77990127-3D84-4E21-B9D5-1264099615F0}" dt="2026-08-02T21:17:58.804" v="218" actId="47"/>
        <pc:sldMkLst>
          <pc:docMk/>
          <pc:sldMk cId="3281044776" sldId="379"/>
        </pc:sldMkLst>
      </pc:sldChg>
      <pc:sldChg chg="del">
        <pc:chgData name="Fernando Manuel Blanco Perez" userId="f0f24d70-2468-445c-878c-0831589a10f0" providerId="ADAL" clId="{77990127-3D84-4E21-B9D5-1264099615F0}" dt="2026-08-02T21:18:02.846" v="219" actId="47"/>
        <pc:sldMkLst>
          <pc:docMk/>
          <pc:sldMk cId="3182809688" sldId="383"/>
        </pc:sldMkLst>
      </pc:sldChg>
      <pc:sldChg chg="del">
        <pc:chgData name="Fernando Manuel Blanco Perez" userId="f0f24d70-2468-445c-878c-0831589a10f0" providerId="ADAL" clId="{77990127-3D84-4E21-B9D5-1264099615F0}" dt="2026-08-02T21:18:06.189" v="220" actId="47"/>
        <pc:sldMkLst>
          <pc:docMk/>
          <pc:sldMk cId="441921454" sldId="384"/>
        </pc:sldMkLst>
      </pc:sldChg>
      <pc:sldChg chg="del">
        <pc:chgData name="Fernando Manuel Blanco Perez" userId="f0f24d70-2468-445c-878c-0831589a10f0" providerId="ADAL" clId="{77990127-3D84-4E21-B9D5-1264099615F0}" dt="2026-08-02T21:18:14.180" v="222" actId="47"/>
        <pc:sldMkLst>
          <pc:docMk/>
          <pc:sldMk cId="3075655200" sldId="386"/>
        </pc:sldMkLst>
      </pc:sldChg>
      <pc:sldChg chg="del">
        <pc:chgData name="Fernando Manuel Blanco Perez" userId="f0f24d70-2468-445c-878c-0831589a10f0" providerId="ADAL" clId="{77990127-3D84-4E21-B9D5-1264099615F0}" dt="2026-08-02T21:17:58.804" v="218" actId="47"/>
        <pc:sldMkLst>
          <pc:docMk/>
          <pc:sldMk cId="3546972701" sldId="387"/>
        </pc:sldMkLst>
      </pc:sldChg>
      <pc:sldChg chg="del">
        <pc:chgData name="Fernando Manuel Blanco Perez" userId="f0f24d70-2468-445c-878c-0831589a10f0" providerId="ADAL" clId="{77990127-3D84-4E21-B9D5-1264099615F0}" dt="2026-08-02T21:17:55.290" v="217" actId="47"/>
        <pc:sldMkLst>
          <pc:docMk/>
          <pc:sldMk cId="2698367647" sldId="393"/>
        </pc:sldMkLst>
      </pc:sldChg>
      <pc:sldChg chg="del">
        <pc:chgData name="Fernando Manuel Blanco Perez" userId="f0f24d70-2468-445c-878c-0831589a10f0" providerId="ADAL" clId="{77990127-3D84-4E21-B9D5-1264099615F0}" dt="2026-08-02T21:17:55.290" v="217" actId="47"/>
        <pc:sldMkLst>
          <pc:docMk/>
          <pc:sldMk cId="1598517604" sldId="394"/>
        </pc:sldMkLst>
      </pc:sldChg>
      <pc:sldChg chg="del">
        <pc:chgData name="Fernando Manuel Blanco Perez" userId="f0f24d70-2468-445c-878c-0831589a10f0" providerId="ADAL" clId="{77990127-3D84-4E21-B9D5-1264099615F0}" dt="2026-08-02T21:17:46.417" v="215" actId="47"/>
        <pc:sldMkLst>
          <pc:docMk/>
          <pc:sldMk cId="458332543" sldId="395"/>
        </pc:sldMkLst>
      </pc:sldChg>
      <pc:sldChg chg="del">
        <pc:chgData name="Fernando Manuel Blanco Perez" userId="f0f24d70-2468-445c-878c-0831589a10f0" providerId="ADAL" clId="{77990127-3D84-4E21-B9D5-1264099615F0}" dt="2026-08-02T21:17:46.417" v="215" actId="47"/>
        <pc:sldMkLst>
          <pc:docMk/>
          <pc:sldMk cId="4064854831" sldId="396"/>
        </pc:sldMkLst>
      </pc:sldChg>
      <pc:sldChg chg="del">
        <pc:chgData name="Fernando Manuel Blanco Perez" userId="f0f24d70-2468-445c-878c-0831589a10f0" providerId="ADAL" clId="{77990127-3D84-4E21-B9D5-1264099615F0}" dt="2026-08-02T21:17:51.500" v="216" actId="47"/>
        <pc:sldMkLst>
          <pc:docMk/>
          <pc:sldMk cId="639883040" sldId="401"/>
        </pc:sldMkLst>
      </pc:sldChg>
      <pc:sldChg chg="del">
        <pc:chgData name="Fernando Manuel Blanco Perez" userId="f0f24d70-2468-445c-878c-0831589a10f0" providerId="ADAL" clId="{77990127-3D84-4E21-B9D5-1264099615F0}" dt="2026-08-02T21:18:18.912" v="223" actId="47"/>
        <pc:sldMkLst>
          <pc:docMk/>
          <pc:sldMk cId="407772005" sldId="402"/>
        </pc:sldMkLst>
      </pc:sldChg>
      <pc:sldChg chg="del">
        <pc:chgData name="Fernando Manuel Blanco Perez" userId="f0f24d70-2468-445c-878c-0831589a10f0" providerId="ADAL" clId="{77990127-3D84-4E21-B9D5-1264099615F0}" dt="2026-08-02T21:18:18.912" v="223" actId="47"/>
        <pc:sldMkLst>
          <pc:docMk/>
          <pc:sldMk cId="2577512490" sldId="403"/>
        </pc:sldMkLst>
      </pc:sldChg>
      <pc:sldMasterChg chg="del delSldLayout">
        <pc:chgData name="Fernando Manuel Blanco Perez" userId="f0f24d70-2468-445c-878c-0831589a10f0" providerId="ADAL" clId="{77990127-3D84-4E21-B9D5-1264099615F0}" dt="2026-08-02T21:18:24.327" v="225"/>
        <pc:sldMasterMkLst>
          <pc:docMk/>
          <pc:sldMasterMk cId="1285486862" sldId="2147483664"/>
        </pc:sldMasterMkLst>
        <pc:sldLayoutChg chg="del">
          <pc:chgData name="Fernando Manuel Blanco Perez" userId="f0f24d70-2468-445c-878c-0831589a10f0" providerId="ADAL" clId="{77990127-3D84-4E21-B9D5-1264099615F0}" dt="2026-08-02T21:18:24.327" v="225"/>
          <pc:sldLayoutMkLst>
            <pc:docMk/>
            <pc:sldMasterMk cId="1285486862" sldId="2147483664"/>
            <pc:sldLayoutMk cId="1222939059" sldId="2147483665"/>
          </pc:sldLayoutMkLst>
        </pc:sldLayoutChg>
      </pc:sldMasterChg>
      <pc:sldMasterChg chg="del delSldLayout">
        <pc:chgData name="Fernando Manuel Blanco Perez" userId="f0f24d70-2468-445c-878c-0831589a10f0" providerId="ADAL" clId="{77990127-3D84-4E21-B9D5-1264099615F0}" dt="2026-08-02T21:18:24.327" v="225"/>
        <pc:sldMasterMkLst>
          <pc:docMk/>
          <pc:sldMasterMk cId="3507503023" sldId="2147483672"/>
        </pc:sldMasterMkLst>
        <pc:sldLayoutChg chg="del">
          <pc:chgData name="Fernando Manuel Blanco Perez" userId="f0f24d70-2468-445c-878c-0831589a10f0" providerId="ADAL" clId="{77990127-3D84-4E21-B9D5-1264099615F0}" dt="2026-08-02T21:18:24.327" v="225"/>
          <pc:sldLayoutMkLst>
            <pc:docMk/>
            <pc:sldMasterMk cId="3507503023" sldId="2147483672"/>
            <pc:sldLayoutMk cId="426531140" sldId="2147483674"/>
          </pc:sldLayoutMkLst>
        </pc:sldLayoutChg>
      </pc:sldMasterChg>
      <pc:sldMasterChg chg="del delSldLayout">
        <pc:chgData name="Fernando Manuel Blanco Perez" userId="f0f24d70-2468-445c-878c-0831589a10f0" providerId="ADAL" clId="{77990127-3D84-4E21-B9D5-1264099615F0}" dt="2026-08-02T21:18:24.327" v="225"/>
        <pc:sldMasterMkLst>
          <pc:docMk/>
          <pc:sldMasterMk cId="2108968005" sldId="2147483690"/>
        </pc:sldMasterMkLst>
        <pc:sldLayoutChg chg="del">
          <pc:chgData name="Fernando Manuel Blanco Perez" userId="f0f24d70-2468-445c-878c-0831589a10f0" providerId="ADAL" clId="{77990127-3D84-4E21-B9D5-1264099615F0}" dt="2026-08-02T21:18:24.327" v="225"/>
          <pc:sldLayoutMkLst>
            <pc:docMk/>
            <pc:sldMasterMk cId="2108968005" sldId="2147483690"/>
            <pc:sldLayoutMk cId="752905934" sldId="2147483691"/>
          </pc:sldLayoutMkLst>
        </pc:sldLayoutChg>
      </pc:sldMasterChg>
      <pc:sldMasterChg chg="del delSldLayout">
        <pc:chgData name="Fernando Manuel Blanco Perez" userId="f0f24d70-2468-445c-878c-0831589a10f0" providerId="ADAL" clId="{77990127-3D84-4E21-B9D5-1264099615F0}" dt="2026-08-02T21:18:24.327" v="225"/>
        <pc:sldMasterMkLst>
          <pc:docMk/>
          <pc:sldMasterMk cId="4023467872" sldId="2147483692"/>
        </pc:sldMasterMkLst>
        <pc:sldLayoutChg chg="del">
          <pc:chgData name="Fernando Manuel Blanco Perez" userId="f0f24d70-2468-445c-878c-0831589a10f0" providerId="ADAL" clId="{77990127-3D84-4E21-B9D5-1264099615F0}" dt="2026-08-02T21:18:24.327" v="225"/>
          <pc:sldLayoutMkLst>
            <pc:docMk/>
            <pc:sldMasterMk cId="4023467872" sldId="2147483692"/>
            <pc:sldLayoutMk cId="3636563301" sldId="214748369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257B6F4-C253-4977-9BCE-F365CECD0C2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AFEA1899-D0CC-457F-B022-9A1637C0D7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80880D-875B-43EE-9B28-61D829E14816}" type="datetimeFigureOut">
              <a:rPr lang="es-ES" smtClean="0"/>
              <a:t>02/08/2026</a:t>
            </a:fld>
            <a:endParaRPr lang="es-ES"/>
          </a:p>
        </p:txBody>
      </p:sp>
      <p:sp>
        <p:nvSpPr>
          <p:cNvPr id="4" name="Marcador de pie de página 3">
            <a:extLst>
              <a:ext uri="{FF2B5EF4-FFF2-40B4-BE49-F238E27FC236}">
                <a16:creationId xmlns:a16="http://schemas.microsoft.com/office/drawing/2014/main" id="{68BC2E85-9ECC-4E68-8AC2-6F80C41B42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D6E2D9DF-C93F-4581-AA38-F4E9E2EECD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13716F-B366-43E6-97E8-380A61923C96}" type="slidenum">
              <a:rPr lang="es-ES" smtClean="0"/>
              <a:t>‹Nº›</a:t>
            </a:fld>
            <a:endParaRPr lang="es-ES"/>
          </a:p>
        </p:txBody>
      </p:sp>
    </p:spTree>
    <p:extLst>
      <p:ext uri="{BB962C8B-B14F-4D97-AF65-F5344CB8AC3E}">
        <p14:creationId xmlns:p14="http://schemas.microsoft.com/office/powerpoint/2010/main" val="37840708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92828-C53C-4A65-88F2-5E24110A2461}" type="datetimeFigureOut">
              <a:rPr lang="es-ES" smtClean="0"/>
              <a:t>02/08/2026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B73506-BAD9-4F18-9DDD-576292965501}" type="slidenum">
              <a:rPr lang="es-ES" smtClean="0"/>
              <a:t>‹Nº›</a:t>
            </a:fld>
            <a:endParaRPr lang="es-ES"/>
          </a:p>
        </p:txBody>
      </p:sp>
    </p:spTree>
    <p:extLst>
      <p:ext uri="{BB962C8B-B14F-4D97-AF65-F5344CB8AC3E}">
        <p14:creationId xmlns:p14="http://schemas.microsoft.com/office/powerpoint/2010/main" val="4111870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54612D-18DB-4A3D-9AFA-CCAFAB285077}"/>
              </a:ext>
            </a:extLst>
          </p:cNvPr>
          <p:cNvSpPr>
            <a:spLocks noGrp="1"/>
          </p:cNvSpPr>
          <p:nvPr>
            <p:ph type="title" hasCustomPrompt="1"/>
          </p:nvPr>
        </p:nvSpPr>
        <p:spPr>
          <a:xfrm>
            <a:off x="838200" y="365125"/>
            <a:ext cx="9004300" cy="626913"/>
          </a:xfrm>
          <a:prstGeom prst="rect">
            <a:avLst/>
          </a:prstGeom>
        </p:spPr>
        <p:txBody>
          <a:bodyPr/>
          <a:lstStyle>
            <a:lvl1pPr>
              <a:defRPr b="1">
                <a:solidFill>
                  <a:srgbClr val="1B4169"/>
                </a:solidFill>
              </a:defRPr>
            </a:lvl1pPr>
          </a:lstStyle>
          <a:p>
            <a:r>
              <a:rPr lang="es-ES"/>
              <a:t>Añade un título</a:t>
            </a:r>
          </a:p>
        </p:txBody>
      </p:sp>
      <p:sp>
        <p:nvSpPr>
          <p:cNvPr id="5" name="Marcador de texto 4">
            <a:extLst>
              <a:ext uri="{FF2B5EF4-FFF2-40B4-BE49-F238E27FC236}">
                <a16:creationId xmlns:a16="http://schemas.microsoft.com/office/drawing/2014/main" id="{BBC4932A-17F9-4569-9AC0-3754AD378711}"/>
              </a:ext>
            </a:extLst>
          </p:cNvPr>
          <p:cNvSpPr>
            <a:spLocks noGrp="1"/>
          </p:cNvSpPr>
          <p:nvPr>
            <p:ph type="body" sz="quarter" idx="10" hasCustomPrompt="1"/>
          </p:nvPr>
        </p:nvSpPr>
        <p:spPr>
          <a:xfrm>
            <a:off x="838200" y="1077913"/>
            <a:ext cx="9004300" cy="474662"/>
          </a:xfrm>
          <a:prstGeom prst="rect">
            <a:avLst/>
          </a:prstGeom>
        </p:spPr>
        <p:txBody>
          <a:bodyPr/>
          <a:lstStyle>
            <a:lvl1pPr marL="0" indent="0">
              <a:buNone/>
              <a:defRPr sz="2200"/>
            </a:lvl1pPr>
            <a:lvl2pPr marL="457200" indent="0">
              <a:buNone/>
              <a:defRPr/>
            </a:lvl2pPr>
            <a:lvl3pPr marL="914400" indent="0">
              <a:buNone/>
              <a:defRPr/>
            </a:lvl3pPr>
            <a:lvl4pPr marL="1371600" indent="0">
              <a:buNone/>
              <a:defRPr/>
            </a:lvl4pPr>
          </a:lstStyle>
          <a:p>
            <a:pPr lvl="0"/>
            <a:r>
              <a:rPr lang="es-ES"/>
              <a:t>Añade un subtítulo</a:t>
            </a:r>
          </a:p>
        </p:txBody>
      </p:sp>
      <p:sp>
        <p:nvSpPr>
          <p:cNvPr id="7" name="Marcador de texto 6">
            <a:extLst>
              <a:ext uri="{FF2B5EF4-FFF2-40B4-BE49-F238E27FC236}">
                <a16:creationId xmlns:a16="http://schemas.microsoft.com/office/drawing/2014/main" id="{285EC412-713F-437A-BC71-2BCDE6D93477}"/>
              </a:ext>
            </a:extLst>
          </p:cNvPr>
          <p:cNvSpPr>
            <a:spLocks noGrp="1"/>
          </p:cNvSpPr>
          <p:nvPr>
            <p:ph type="body" sz="quarter" idx="11" hasCustomPrompt="1"/>
          </p:nvPr>
        </p:nvSpPr>
        <p:spPr>
          <a:xfrm>
            <a:off x="855784" y="1941512"/>
            <a:ext cx="5866292" cy="3959225"/>
          </a:xfrm>
          <a:prstGeom prst="rect">
            <a:avLst/>
          </a:prstGeom>
        </p:spPr>
        <p:txBody>
          <a:bodyPr/>
          <a:lstStyle>
            <a:lvl1pPr marL="0" indent="0">
              <a:buNone/>
              <a:defRPr sz="2000"/>
            </a:lvl1pPr>
          </a:lstStyle>
          <a:p>
            <a:pPr lvl="0"/>
            <a:r>
              <a:rPr lang="es-ES"/>
              <a:t>Añade texto</a:t>
            </a:r>
          </a:p>
        </p:txBody>
      </p:sp>
      <p:sp>
        <p:nvSpPr>
          <p:cNvPr id="4" name="Marcador de posición de imagen 3">
            <a:extLst>
              <a:ext uri="{FF2B5EF4-FFF2-40B4-BE49-F238E27FC236}">
                <a16:creationId xmlns:a16="http://schemas.microsoft.com/office/drawing/2014/main" id="{C0A95C73-E023-4C22-AD36-9A2763278C04}"/>
              </a:ext>
            </a:extLst>
          </p:cNvPr>
          <p:cNvSpPr>
            <a:spLocks noGrp="1"/>
          </p:cNvSpPr>
          <p:nvPr>
            <p:ph type="pic" sz="quarter" idx="12"/>
          </p:nvPr>
        </p:nvSpPr>
        <p:spPr>
          <a:xfrm>
            <a:off x="6952735" y="1941513"/>
            <a:ext cx="5239265" cy="3959225"/>
          </a:xfrm>
          <a:prstGeom prst="rect">
            <a:avLst/>
          </a:prstGeom>
          <a:solidFill>
            <a:schemeClr val="bg2"/>
          </a:solidFill>
        </p:spPr>
        <p:txBody>
          <a:bodyPr/>
          <a:lstStyle>
            <a:lvl1pPr marL="0" indent="0">
              <a:buNone/>
              <a:defRPr/>
            </a:lvl1pPr>
          </a:lstStyle>
          <a:p>
            <a:endParaRPr lang="es-ES"/>
          </a:p>
        </p:txBody>
      </p:sp>
    </p:spTree>
    <p:extLst>
      <p:ext uri="{BB962C8B-B14F-4D97-AF65-F5344CB8AC3E}">
        <p14:creationId xmlns:p14="http://schemas.microsoft.com/office/powerpoint/2010/main" val="4172247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54612D-18DB-4A3D-9AFA-CCAFAB285077}"/>
              </a:ext>
            </a:extLst>
          </p:cNvPr>
          <p:cNvSpPr>
            <a:spLocks noGrp="1"/>
          </p:cNvSpPr>
          <p:nvPr>
            <p:ph type="title" hasCustomPrompt="1"/>
          </p:nvPr>
        </p:nvSpPr>
        <p:spPr>
          <a:xfrm>
            <a:off x="838200" y="365125"/>
            <a:ext cx="9004300" cy="626913"/>
          </a:xfrm>
          <a:prstGeom prst="rect">
            <a:avLst/>
          </a:prstGeom>
        </p:spPr>
        <p:txBody>
          <a:bodyPr/>
          <a:lstStyle>
            <a:lvl1pPr>
              <a:defRPr b="1">
                <a:solidFill>
                  <a:srgbClr val="1B4169"/>
                </a:solidFill>
              </a:defRPr>
            </a:lvl1pPr>
          </a:lstStyle>
          <a:p>
            <a:r>
              <a:rPr lang="es-ES"/>
              <a:t>Añade un título</a:t>
            </a:r>
          </a:p>
        </p:txBody>
      </p:sp>
      <p:sp>
        <p:nvSpPr>
          <p:cNvPr id="5" name="Marcador de texto 4">
            <a:extLst>
              <a:ext uri="{FF2B5EF4-FFF2-40B4-BE49-F238E27FC236}">
                <a16:creationId xmlns:a16="http://schemas.microsoft.com/office/drawing/2014/main" id="{BBC4932A-17F9-4569-9AC0-3754AD378711}"/>
              </a:ext>
            </a:extLst>
          </p:cNvPr>
          <p:cNvSpPr>
            <a:spLocks noGrp="1"/>
          </p:cNvSpPr>
          <p:nvPr>
            <p:ph type="body" sz="quarter" idx="10" hasCustomPrompt="1"/>
          </p:nvPr>
        </p:nvSpPr>
        <p:spPr>
          <a:xfrm>
            <a:off x="838200" y="1077913"/>
            <a:ext cx="9004300" cy="474662"/>
          </a:xfrm>
          <a:prstGeom prst="rect">
            <a:avLst/>
          </a:prstGeom>
        </p:spPr>
        <p:txBody>
          <a:bodyPr/>
          <a:lstStyle>
            <a:lvl1pPr marL="0" indent="0">
              <a:buNone/>
              <a:defRPr sz="2200"/>
            </a:lvl1pPr>
            <a:lvl2pPr marL="457200" indent="0">
              <a:buNone/>
              <a:defRPr/>
            </a:lvl2pPr>
            <a:lvl3pPr marL="914400" indent="0">
              <a:buNone/>
              <a:defRPr/>
            </a:lvl3pPr>
            <a:lvl4pPr marL="1371600" indent="0">
              <a:buNone/>
              <a:defRPr/>
            </a:lvl4pPr>
          </a:lstStyle>
          <a:p>
            <a:pPr lvl="0"/>
            <a:r>
              <a:rPr lang="es-ES"/>
              <a:t>Añade un subtítulo</a:t>
            </a:r>
          </a:p>
        </p:txBody>
      </p:sp>
      <p:sp>
        <p:nvSpPr>
          <p:cNvPr id="7" name="Marcador de texto 6">
            <a:extLst>
              <a:ext uri="{FF2B5EF4-FFF2-40B4-BE49-F238E27FC236}">
                <a16:creationId xmlns:a16="http://schemas.microsoft.com/office/drawing/2014/main" id="{285EC412-713F-437A-BC71-2BCDE6D93477}"/>
              </a:ext>
            </a:extLst>
          </p:cNvPr>
          <p:cNvSpPr>
            <a:spLocks noGrp="1"/>
          </p:cNvSpPr>
          <p:nvPr>
            <p:ph type="body" sz="quarter" idx="11" hasCustomPrompt="1"/>
          </p:nvPr>
        </p:nvSpPr>
        <p:spPr>
          <a:xfrm>
            <a:off x="838200" y="1948718"/>
            <a:ext cx="8928100" cy="344487"/>
          </a:xfrm>
          <a:prstGeom prst="rect">
            <a:avLst/>
          </a:prstGeom>
        </p:spPr>
        <p:txBody>
          <a:bodyPr/>
          <a:lstStyle>
            <a:lvl1pPr marL="0" indent="0">
              <a:buNone/>
              <a:defRPr sz="2000"/>
            </a:lvl1pPr>
          </a:lstStyle>
          <a:p>
            <a:pPr lvl="0"/>
            <a:r>
              <a:rPr lang="es-ES"/>
              <a:t>Añade una lista:</a:t>
            </a:r>
          </a:p>
          <a:p>
            <a:pPr lvl="0"/>
            <a:endParaRPr lang="es-ES"/>
          </a:p>
        </p:txBody>
      </p:sp>
      <p:sp>
        <p:nvSpPr>
          <p:cNvPr id="4" name="Marcador de texto 3">
            <a:extLst>
              <a:ext uri="{FF2B5EF4-FFF2-40B4-BE49-F238E27FC236}">
                <a16:creationId xmlns:a16="http://schemas.microsoft.com/office/drawing/2014/main" id="{C6A7A876-3A2B-4A83-9F48-A72439E6892A}"/>
              </a:ext>
            </a:extLst>
          </p:cNvPr>
          <p:cNvSpPr>
            <a:spLocks noGrp="1"/>
          </p:cNvSpPr>
          <p:nvPr>
            <p:ph type="body" sz="quarter" idx="12" hasCustomPrompt="1"/>
          </p:nvPr>
        </p:nvSpPr>
        <p:spPr>
          <a:xfrm>
            <a:off x="838199" y="2432050"/>
            <a:ext cx="11016049" cy="3475667"/>
          </a:xfrm>
          <a:prstGeom prst="rect">
            <a:avLst/>
          </a:prstGeom>
        </p:spPr>
        <p:txBody>
          <a:bodyPr/>
          <a:lstStyle>
            <a:lvl1pPr>
              <a:defRPr sz="2000"/>
            </a:lvl1pPr>
          </a:lstStyle>
          <a:p>
            <a:pPr lvl="0"/>
            <a:r>
              <a:rPr lang="en-US" b="1" i="0">
                <a:solidFill>
                  <a:srgbClr val="000000"/>
                </a:solidFill>
                <a:effectLst/>
                <a:latin typeface="Open Sans" pitchFamily="2" charset="0"/>
              </a:rPr>
              <a:t>Lorem Ipsum</a:t>
            </a:r>
            <a:r>
              <a:rPr lang="en-US" b="0" i="0">
                <a:solidFill>
                  <a:srgbClr val="000000"/>
                </a:solidFill>
                <a:effectLst/>
                <a:latin typeface="Open Sans" pitchFamily="2" charset="0"/>
              </a:rPr>
              <a:t> is simply dummy text of the printing and typesetting industry.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b="1" i="0">
                <a:solidFill>
                  <a:srgbClr val="000000"/>
                </a:solidFill>
                <a:effectLst/>
                <a:latin typeface="Open Sans" pitchFamily="2" charset="0"/>
              </a:rPr>
              <a:t>Lorem Ipsum</a:t>
            </a:r>
            <a:r>
              <a:rPr lang="en-US" b="0" i="0">
                <a:solidFill>
                  <a:srgbClr val="000000"/>
                </a:solidFill>
                <a:effectLst/>
                <a:latin typeface="Open Sans" pitchFamily="2" charset="0"/>
              </a:rPr>
              <a:t> is simply dummy text of the printing and typesetting industry. </a:t>
            </a:r>
            <a:endParaRPr lang="es-ES"/>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b="1" i="0">
                <a:solidFill>
                  <a:srgbClr val="000000"/>
                </a:solidFill>
                <a:effectLst/>
                <a:latin typeface="Open Sans" pitchFamily="2" charset="0"/>
              </a:rPr>
              <a:t>Lorem Ipsum</a:t>
            </a:r>
            <a:r>
              <a:rPr lang="en-US" b="0" i="0">
                <a:solidFill>
                  <a:srgbClr val="000000"/>
                </a:solidFill>
                <a:effectLst/>
                <a:latin typeface="Open Sans" pitchFamily="2" charset="0"/>
              </a:rPr>
              <a:t> is simply dummy text of the printing and typesetting industry. </a:t>
            </a:r>
            <a:endParaRPr lang="es-ES"/>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b="1" i="0">
                <a:solidFill>
                  <a:srgbClr val="000000"/>
                </a:solidFill>
                <a:effectLst/>
                <a:latin typeface="Open Sans" pitchFamily="2" charset="0"/>
              </a:rPr>
              <a:t>Lorem Ipsum</a:t>
            </a:r>
            <a:r>
              <a:rPr lang="en-US" b="0" i="0">
                <a:solidFill>
                  <a:srgbClr val="000000"/>
                </a:solidFill>
                <a:effectLst/>
                <a:latin typeface="Open Sans" pitchFamily="2" charset="0"/>
              </a:rPr>
              <a:t> is simply dummy text of the printing and typesetting industry. </a:t>
            </a:r>
            <a:endParaRPr lang="es-ES"/>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b="1" i="0">
                <a:solidFill>
                  <a:srgbClr val="000000"/>
                </a:solidFill>
                <a:effectLst/>
                <a:latin typeface="Open Sans" pitchFamily="2" charset="0"/>
              </a:rPr>
              <a:t>Lorem Ipsum</a:t>
            </a:r>
            <a:r>
              <a:rPr lang="en-US" b="0" i="0">
                <a:solidFill>
                  <a:srgbClr val="000000"/>
                </a:solidFill>
                <a:effectLst/>
                <a:latin typeface="Open Sans" pitchFamily="2" charset="0"/>
              </a:rPr>
              <a:t> is simply dummy text of the printing and typesetting industry. </a:t>
            </a:r>
            <a:endParaRPr lang="es-ES"/>
          </a:p>
          <a:p>
            <a:pPr lvl="0"/>
            <a:endParaRPr lang="es-ES"/>
          </a:p>
        </p:txBody>
      </p:sp>
    </p:spTree>
    <p:extLst>
      <p:ext uri="{BB962C8B-B14F-4D97-AF65-F5344CB8AC3E}">
        <p14:creationId xmlns:p14="http://schemas.microsoft.com/office/powerpoint/2010/main" val="1176221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54612D-18DB-4A3D-9AFA-CCAFAB285077}"/>
              </a:ext>
            </a:extLst>
          </p:cNvPr>
          <p:cNvSpPr>
            <a:spLocks noGrp="1"/>
          </p:cNvSpPr>
          <p:nvPr>
            <p:ph type="title" hasCustomPrompt="1"/>
          </p:nvPr>
        </p:nvSpPr>
        <p:spPr>
          <a:xfrm>
            <a:off x="838200" y="365125"/>
            <a:ext cx="9004300" cy="626913"/>
          </a:xfrm>
          <a:prstGeom prst="rect">
            <a:avLst/>
          </a:prstGeom>
        </p:spPr>
        <p:txBody>
          <a:bodyPr/>
          <a:lstStyle>
            <a:lvl1pPr>
              <a:defRPr b="1">
                <a:solidFill>
                  <a:srgbClr val="1B4169"/>
                </a:solidFill>
              </a:defRPr>
            </a:lvl1pPr>
          </a:lstStyle>
          <a:p>
            <a:r>
              <a:rPr lang="es-ES"/>
              <a:t>Añade un título</a:t>
            </a:r>
          </a:p>
        </p:txBody>
      </p:sp>
      <p:sp>
        <p:nvSpPr>
          <p:cNvPr id="5" name="Marcador de texto 4">
            <a:extLst>
              <a:ext uri="{FF2B5EF4-FFF2-40B4-BE49-F238E27FC236}">
                <a16:creationId xmlns:a16="http://schemas.microsoft.com/office/drawing/2014/main" id="{BBC4932A-17F9-4569-9AC0-3754AD378711}"/>
              </a:ext>
            </a:extLst>
          </p:cNvPr>
          <p:cNvSpPr>
            <a:spLocks noGrp="1"/>
          </p:cNvSpPr>
          <p:nvPr>
            <p:ph type="body" sz="quarter" idx="10" hasCustomPrompt="1"/>
          </p:nvPr>
        </p:nvSpPr>
        <p:spPr>
          <a:xfrm>
            <a:off x="838200" y="1077913"/>
            <a:ext cx="9004300" cy="474662"/>
          </a:xfrm>
          <a:prstGeom prst="rect">
            <a:avLst/>
          </a:prstGeom>
        </p:spPr>
        <p:txBody>
          <a:bodyPr/>
          <a:lstStyle>
            <a:lvl1pPr marL="0" indent="0">
              <a:buNone/>
              <a:defRPr sz="2200"/>
            </a:lvl1pPr>
            <a:lvl2pPr marL="457200" indent="0">
              <a:buNone/>
              <a:defRPr/>
            </a:lvl2pPr>
            <a:lvl3pPr marL="914400" indent="0">
              <a:buNone/>
              <a:defRPr/>
            </a:lvl3pPr>
            <a:lvl4pPr marL="1371600" indent="0">
              <a:buNone/>
              <a:defRPr/>
            </a:lvl4pPr>
          </a:lstStyle>
          <a:p>
            <a:pPr lvl="0"/>
            <a:r>
              <a:rPr lang="es-ES"/>
              <a:t>Añade un subtítulo</a:t>
            </a:r>
          </a:p>
        </p:txBody>
      </p:sp>
      <p:sp>
        <p:nvSpPr>
          <p:cNvPr id="7" name="Marcador de texto 6">
            <a:extLst>
              <a:ext uri="{FF2B5EF4-FFF2-40B4-BE49-F238E27FC236}">
                <a16:creationId xmlns:a16="http://schemas.microsoft.com/office/drawing/2014/main" id="{285EC412-713F-437A-BC71-2BCDE6D93477}"/>
              </a:ext>
            </a:extLst>
          </p:cNvPr>
          <p:cNvSpPr>
            <a:spLocks noGrp="1"/>
          </p:cNvSpPr>
          <p:nvPr>
            <p:ph type="body" sz="quarter" idx="11" hasCustomPrompt="1"/>
          </p:nvPr>
        </p:nvSpPr>
        <p:spPr>
          <a:xfrm>
            <a:off x="838200" y="1941513"/>
            <a:ext cx="8928100" cy="344487"/>
          </a:xfrm>
          <a:prstGeom prst="rect">
            <a:avLst/>
          </a:prstGeom>
        </p:spPr>
        <p:txBody>
          <a:bodyPr/>
          <a:lstStyle>
            <a:lvl1pPr marL="0" indent="0">
              <a:buNone/>
              <a:defRPr sz="2000"/>
            </a:lvl1pPr>
          </a:lstStyle>
          <a:p>
            <a:pPr lvl="0"/>
            <a:r>
              <a:rPr lang="es-ES"/>
              <a:t>Añade una lista:</a:t>
            </a:r>
          </a:p>
          <a:p>
            <a:pPr lvl="0"/>
            <a:endParaRPr lang="es-ES"/>
          </a:p>
        </p:txBody>
      </p:sp>
      <p:sp>
        <p:nvSpPr>
          <p:cNvPr id="4" name="Marcador de texto 3">
            <a:extLst>
              <a:ext uri="{FF2B5EF4-FFF2-40B4-BE49-F238E27FC236}">
                <a16:creationId xmlns:a16="http://schemas.microsoft.com/office/drawing/2014/main" id="{C6A7A876-3A2B-4A83-9F48-A72439E6892A}"/>
              </a:ext>
            </a:extLst>
          </p:cNvPr>
          <p:cNvSpPr>
            <a:spLocks noGrp="1"/>
          </p:cNvSpPr>
          <p:nvPr>
            <p:ph type="body" sz="quarter" idx="12" hasCustomPrompt="1"/>
          </p:nvPr>
        </p:nvSpPr>
        <p:spPr>
          <a:xfrm>
            <a:off x="838200" y="2416175"/>
            <a:ext cx="11057238" cy="3363913"/>
          </a:xfrm>
          <a:prstGeom prst="rect">
            <a:avLst/>
          </a:prstGeom>
        </p:spPr>
        <p:txBody>
          <a:bodyPr/>
          <a:lstStyle>
            <a:lvl1pPr marL="457200" indent="-457200">
              <a:buFont typeface="+mj-lt"/>
              <a:buAutoNum type="arabicPeriod"/>
              <a:defRPr sz="2000" b="0"/>
            </a:lvl1pPr>
          </a:lstStyle>
          <a:p>
            <a:pPr lvl="0"/>
            <a:r>
              <a:rPr lang="en-US" b="1" i="0">
                <a:solidFill>
                  <a:srgbClr val="000000"/>
                </a:solidFill>
                <a:effectLst/>
                <a:latin typeface="Open Sans" pitchFamily="2" charset="0"/>
              </a:rPr>
              <a:t>Lorem Ipsum</a:t>
            </a:r>
            <a:r>
              <a:rPr lang="en-US" b="0" i="0">
                <a:solidFill>
                  <a:srgbClr val="000000"/>
                </a:solidFill>
                <a:effectLst/>
                <a:latin typeface="Open Sans" pitchFamily="2" charset="0"/>
              </a:rPr>
              <a:t> is simply dummy text of the printing and typesetting industry. </a:t>
            </a:r>
          </a:p>
          <a:p>
            <a:pPr marL="457200" marR="0" lvl="0" indent="-457200" algn="l" defTabSz="914400" rtl="0" eaLnBrk="1" fontAlgn="auto" latinLnBrk="0" hangingPunct="1">
              <a:lnSpc>
                <a:spcPct val="90000"/>
              </a:lnSpc>
              <a:spcBef>
                <a:spcPts val="1000"/>
              </a:spcBef>
              <a:spcAft>
                <a:spcPts val="0"/>
              </a:spcAft>
              <a:buClrTx/>
              <a:buSzTx/>
              <a:tabLst/>
              <a:defRPr/>
            </a:pPr>
            <a:r>
              <a:rPr lang="en-US" b="1" i="0">
                <a:solidFill>
                  <a:srgbClr val="000000"/>
                </a:solidFill>
                <a:effectLst/>
                <a:latin typeface="Open Sans" pitchFamily="2" charset="0"/>
              </a:rPr>
              <a:t>Lorem Ipsum</a:t>
            </a:r>
            <a:r>
              <a:rPr lang="en-US" b="0" i="0">
                <a:solidFill>
                  <a:srgbClr val="000000"/>
                </a:solidFill>
                <a:effectLst/>
                <a:latin typeface="Open Sans" pitchFamily="2" charset="0"/>
              </a:rPr>
              <a:t> is simply dummy text of the printing and typesetting industry. </a:t>
            </a:r>
            <a:endParaRPr lang="es-ES"/>
          </a:p>
          <a:p>
            <a:pPr marL="457200" marR="0" lvl="0" indent="-457200" algn="l" defTabSz="914400" rtl="0" eaLnBrk="1" fontAlgn="auto" latinLnBrk="0" hangingPunct="1">
              <a:lnSpc>
                <a:spcPct val="90000"/>
              </a:lnSpc>
              <a:spcBef>
                <a:spcPts val="1000"/>
              </a:spcBef>
              <a:spcAft>
                <a:spcPts val="0"/>
              </a:spcAft>
              <a:buClrTx/>
              <a:buSzTx/>
              <a:tabLst/>
              <a:defRPr/>
            </a:pPr>
            <a:r>
              <a:rPr lang="en-US" b="1" i="0">
                <a:solidFill>
                  <a:srgbClr val="000000"/>
                </a:solidFill>
                <a:effectLst/>
                <a:latin typeface="Open Sans" pitchFamily="2" charset="0"/>
              </a:rPr>
              <a:t>Lorem Ipsum</a:t>
            </a:r>
            <a:r>
              <a:rPr lang="en-US" b="0" i="0">
                <a:solidFill>
                  <a:srgbClr val="000000"/>
                </a:solidFill>
                <a:effectLst/>
                <a:latin typeface="Open Sans" pitchFamily="2" charset="0"/>
              </a:rPr>
              <a:t> is simply dummy text of the printing and typesetting industry. </a:t>
            </a:r>
            <a:endParaRPr lang="es-ES"/>
          </a:p>
          <a:p>
            <a:pPr marL="457200" marR="0" lvl="0" indent="-457200" algn="l" defTabSz="914400" rtl="0" eaLnBrk="1" fontAlgn="auto" latinLnBrk="0" hangingPunct="1">
              <a:lnSpc>
                <a:spcPct val="90000"/>
              </a:lnSpc>
              <a:spcBef>
                <a:spcPts val="1000"/>
              </a:spcBef>
              <a:spcAft>
                <a:spcPts val="0"/>
              </a:spcAft>
              <a:buClrTx/>
              <a:buSzTx/>
              <a:tabLst/>
              <a:defRPr/>
            </a:pPr>
            <a:r>
              <a:rPr lang="en-US" b="1" i="0">
                <a:solidFill>
                  <a:srgbClr val="000000"/>
                </a:solidFill>
                <a:effectLst/>
                <a:latin typeface="Open Sans" pitchFamily="2" charset="0"/>
              </a:rPr>
              <a:t>Lorem Ipsum</a:t>
            </a:r>
            <a:r>
              <a:rPr lang="en-US" b="0" i="0">
                <a:solidFill>
                  <a:srgbClr val="000000"/>
                </a:solidFill>
                <a:effectLst/>
                <a:latin typeface="Open Sans" pitchFamily="2" charset="0"/>
              </a:rPr>
              <a:t> is simply dummy text of the printing and typesetting industry. </a:t>
            </a:r>
            <a:endParaRPr lang="es-ES"/>
          </a:p>
          <a:p>
            <a:pPr marL="457200" marR="0" lvl="0" indent="-457200" algn="l" defTabSz="914400" rtl="0" eaLnBrk="1" fontAlgn="auto" latinLnBrk="0" hangingPunct="1">
              <a:lnSpc>
                <a:spcPct val="90000"/>
              </a:lnSpc>
              <a:spcBef>
                <a:spcPts val="1000"/>
              </a:spcBef>
              <a:spcAft>
                <a:spcPts val="0"/>
              </a:spcAft>
              <a:buClrTx/>
              <a:buSzTx/>
              <a:tabLst/>
              <a:defRPr/>
            </a:pPr>
            <a:r>
              <a:rPr lang="en-US" b="1" i="0">
                <a:solidFill>
                  <a:srgbClr val="000000"/>
                </a:solidFill>
                <a:effectLst/>
                <a:latin typeface="Open Sans" pitchFamily="2" charset="0"/>
              </a:rPr>
              <a:t>Lorem Ipsum</a:t>
            </a:r>
            <a:r>
              <a:rPr lang="en-US" b="0" i="0">
                <a:solidFill>
                  <a:srgbClr val="000000"/>
                </a:solidFill>
                <a:effectLst/>
                <a:latin typeface="Open Sans" pitchFamily="2" charset="0"/>
              </a:rPr>
              <a:t> is simply dummy text of the printing and typesetting industry. </a:t>
            </a:r>
            <a:endParaRPr lang="es-ES"/>
          </a:p>
          <a:p>
            <a:pPr lvl="0"/>
            <a:endParaRPr lang="es-ES"/>
          </a:p>
        </p:txBody>
      </p:sp>
    </p:spTree>
    <p:extLst>
      <p:ext uri="{BB962C8B-B14F-4D97-AF65-F5344CB8AC3E}">
        <p14:creationId xmlns:p14="http://schemas.microsoft.com/office/powerpoint/2010/main" val="615955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3F306839-98BF-490F-94FE-6CC8056BA467}"/>
              </a:ext>
            </a:extLst>
          </p:cNvPr>
          <p:cNvSpPr>
            <a:spLocks noGrp="1"/>
          </p:cNvSpPr>
          <p:nvPr>
            <p:ph type="body" sz="quarter" idx="10"/>
          </p:nvPr>
        </p:nvSpPr>
        <p:spPr>
          <a:xfrm>
            <a:off x="838199" y="1951893"/>
            <a:ext cx="5389605" cy="3903176"/>
          </a:xfrm>
          <a:prstGeom prst="rect">
            <a:avLst/>
          </a:prstGeom>
        </p:spPr>
        <p:txBody>
          <a:bodyPr/>
          <a:lstStyle>
            <a:lvl1pPr>
              <a:defRPr sz="2000"/>
            </a:lvl1pPr>
            <a:lvl2pPr>
              <a:defRPr sz="2000"/>
            </a:lvl2pPr>
            <a:lvl3pPr>
              <a:defRPr sz="2000"/>
            </a:lvl3pPr>
            <a:lvl4pPr>
              <a:defRPr sz="2000"/>
            </a:lvl4pPr>
            <a:lvl5pPr>
              <a:defRPr sz="20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texto 4">
            <a:extLst>
              <a:ext uri="{FF2B5EF4-FFF2-40B4-BE49-F238E27FC236}">
                <a16:creationId xmlns:a16="http://schemas.microsoft.com/office/drawing/2014/main" id="{47332415-B782-4185-A38D-AF5745B06C1D}"/>
              </a:ext>
            </a:extLst>
          </p:cNvPr>
          <p:cNvSpPr>
            <a:spLocks noGrp="1"/>
          </p:cNvSpPr>
          <p:nvPr>
            <p:ph type="body" sz="quarter" idx="11"/>
          </p:nvPr>
        </p:nvSpPr>
        <p:spPr>
          <a:xfrm>
            <a:off x="6293708" y="1951893"/>
            <a:ext cx="5593491" cy="3903176"/>
          </a:xfrm>
          <a:prstGeom prst="rect">
            <a:avLst/>
          </a:prstGeom>
        </p:spPr>
        <p:txBody>
          <a:bodyPr/>
          <a:lstStyle>
            <a:lvl1pPr>
              <a:defRPr sz="2000"/>
            </a:lvl1pPr>
            <a:lvl2pPr>
              <a:defRPr sz="2000"/>
            </a:lvl2pPr>
            <a:lvl3pPr>
              <a:defRPr sz="2000"/>
            </a:lvl3pPr>
            <a:lvl4pPr>
              <a:defRPr sz="2000"/>
            </a:lvl4pPr>
            <a:lvl5pPr>
              <a:defRPr sz="20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texto 4">
            <a:extLst>
              <a:ext uri="{FF2B5EF4-FFF2-40B4-BE49-F238E27FC236}">
                <a16:creationId xmlns:a16="http://schemas.microsoft.com/office/drawing/2014/main" id="{A98EA004-348D-47F0-BDF4-65DD69141AF9}"/>
              </a:ext>
            </a:extLst>
          </p:cNvPr>
          <p:cNvSpPr>
            <a:spLocks noGrp="1"/>
          </p:cNvSpPr>
          <p:nvPr>
            <p:ph type="body" sz="quarter" idx="12" hasCustomPrompt="1"/>
          </p:nvPr>
        </p:nvSpPr>
        <p:spPr>
          <a:xfrm>
            <a:off x="838200" y="1077913"/>
            <a:ext cx="9004300" cy="474662"/>
          </a:xfrm>
          <a:prstGeom prst="rect">
            <a:avLst/>
          </a:prstGeom>
        </p:spPr>
        <p:txBody>
          <a:bodyPr/>
          <a:lstStyle>
            <a:lvl1pPr marL="0" indent="0">
              <a:buNone/>
              <a:defRPr sz="2200"/>
            </a:lvl1pPr>
            <a:lvl2pPr marL="457200" indent="0">
              <a:buNone/>
              <a:defRPr/>
            </a:lvl2pPr>
            <a:lvl3pPr marL="914400" indent="0">
              <a:buNone/>
              <a:defRPr/>
            </a:lvl3pPr>
            <a:lvl4pPr marL="1371600" indent="0">
              <a:buNone/>
              <a:defRPr/>
            </a:lvl4pPr>
          </a:lstStyle>
          <a:p>
            <a:pPr lvl="0"/>
            <a:r>
              <a:rPr lang="es-ES"/>
              <a:t>Añade un subtítulo</a:t>
            </a:r>
          </a:p>
        </p:txBody>
      </p:sp>
      <p:sp>
        <p:nvSpPr>
          <p:cNvPr id="8" name="Título 1">
            <a:extLst>
              <a:ext uri="{FF2B5EF4-FFF2-40B4-BE49-F238E27FC236}">
                <a16:creationId xmlns:a16="http://schemas.microsoft.com/office/drawing/2014/main" id="{A55514FF-8C86-430E-94AB-A24F938C7951}"/>
              </a:ext>
            </a:extLst>
          </p:cNvPr>
          <p:cNvSpPr>
            <a:spLocks noGrp="1"/>
          </p:cNvSpPr>
          <p:nvPr>
            <p:ph type="title" hasCustomPrompt="1"/>
          </p:nvPr>
        </p:nvSpPr>
        <p:spPr>
          <a:xfrm>
            <a:off x="838200" y="365125"/>
            <a:ext cx="9004300" cy="626913"/>
          </a:xfrm>
          <a:prstGeom prst="rect">
            <a:avLst/>
          </a:prstGeom>
        </p:spPr>
        <p:txBody>
          <a:bodyPr/>
          <a:lstStyle>
            <a:lvl1pPr>
              <a:defRPr b="1">
                <a:solidFill>
                  <a:srgbClr val="1B4169"/>
                </a:solidFill>
              </a:defRPr>
            </a:lvl1pPr>
          </a:lstStyle>
          <a:p>
            <a:r>
              <a:rPr lang="es-ES"/>
              <a:t>Añade un título</a:t>
            </a:r>
          </a:p>
        </p:txBody>
      </p:sp>
    </p:spTree>
    <p:extLst>
      <p:ext uri="{BB962C8B-B14F-4D97-AF65-F5344CB8AC3E}">
        <p14:creationId xmlns:p14="http://schemas.microsoft.com/office/powerpoint/2010/main" val="672298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2" name="Marcador de texto 4">
            <a:extLst>
              <a:ext uri="{FF2B5EF4-FFF2-40B4-BE49-F238E27FC236}">
                <a16:creationId xmlns:a16="http://schemas.microsoft.com/office/drawing/2014/main" id="{32BD52CE-BB7C-4C3E-998A-47E7A7F577D4}"/>
              </a:ext>
            </a:extLst>
          </p:cNvPr>
          <p:cNvSpPr>
            <a:spLocks noGrp="1"/>
          </p:cNvSpPr>
          <p:nvPr>
            <p:ph type="body" sz="quarter" idx="10" hasCustomPrompt="1"/>
          </p:nvPr>
        </p:nvSpPr>
        <p:spPr>
          <a:xfrm>
            <a:off x="838200" y="1077913"/>
            <a:ext cx="9004300" cy="474662"/>
          </a:xfrm>
          <a:prstGeom prst="rect">
            <a:avLst/>
          </a:prstGeom>
        </p:spPr>
        <p:txBody>
          <a:bodyPr/>
          <a:lstStyle>
            <a:lvl1pPr marL="0" indent="0">
              <a:buNone/>
              <a:defRPr sz="2200"/>
            </a:lvl1pPr>
            <a:lvl2pPr marL="457200" indent="0">
              <a:buNone/>
              <a:defRPr/>
            </a:lvl2pPr>
            <a:lvl3pPr marL="914400" indent="0">
              <a:buNone/>
              <a:defRPr/>
            </a:lvl3pPr>
            <a:lvl4pPr marL="1371600" indent="0">
              <a:buNone/>
              <a:defRPr/>
            </a:lvl4pPr>
          </a:lstStyle>
          <a:p>
            <a:pPr lvl="0"/>
            <a:r>
              <a:rPr lang="es-ES"/>
              <a:t>Añade un subtítulo</a:t>
            </a:r>
          </a:p>
        </p:txBody>
      </p:sp>
      <p:sp>
        <p:nvSpPr>
          <p:cNvPr id="3" name="Título 1">
            <a:extLst>
              <a:ext uri="{FF2B5EF4-FFF2-40B4-BE49-F238E27FC236}">
                <a16:creationId xmlns:a16="http://schemas.microsoft.com/office/drawing/2014/main" id="{287472A7-B53B-4926-AE6F-8B81089A374B}"/>
              </a:ext>
            </a:extLst>
          </p:cNvPr>
          <p:cNvSpPr>
            <a:spLocks noGrp="1"/>
          </p:cNvSpPr>
          <p:nvPr>
            <p:ph type="title" hasCustomPrompt="1"/>
          </p:nvPr>
        </p:nvSpPr>
        <p:spPr>
          <a:xfrm>
            <a:off x="838200" y="365125"/>
            <a:ext cx="9004300" cy="626913"/>
          </a:xfrm>
          <a:prstGeom prst="rect">
            <a:avLst/>
          </a:prstGeom>
        </p:spPr>
        <p:txBody>
          <a:bodyPr/>
          <a:lstStyle>
            <a:lvl1pPr>
              <a:defRPr b="1">
                <a:solidFill>
                  <a:srgbClr val="1B4169"/>
                </a:solidFill>
              </a:defRPr>
            </a:lvl1pPr>
          </a:lstStyle>
          <a:p>
            <a:r>
              <a:rPr lang="es-ES"/>
              <a:t>Añade un título</a:t>
            </a:r>
          </a:p>
        </p:txBody>
      </p:sp>
    </p:spTree>
    <p:extLst>
      <p:ext uri="{BB962C8B-B14F-4D97-AF65-F5344CB8AC3E}">
        <p14:creationId xmlns:p14="http://schemas.microsoft.com/office/powerpoint/2010/main" val="3777541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Marcador de texto 4">
            <a:extLst>
              <a:ext uri="{FF2B5EF4-FFF2-40B4-BE49-F238E27FC236}">
                <a16:creationId xmlns:a16="http://schemas.microsoft.com/office/drawing/2014/main" id="{32BD52CE-BB7C-4C3E-998A-47E7A7F577D4}"/>
              </a:ext>
            </a:extLst>
          </p:cNvPr>
          <p:cNvSpPr>
            <a:spLocks noGrp="1"/>
          </p:cNvSpPr>
          <p:nvPr>
            <p:ph type="body" sz="quarter" idx="10" hasCustomPrompt="1"/>
          </p:nvPr>
        </p:nvSpPr>
        <p:spPr>
          <a:xfrm>
            <a:off x="838200" y="1077913"/>
            <a:ext cx="9004300" cy="474662"/>
          </a:xfrm>
          <a:prstGeom prst="rect">
            <a:avLst/>
          </a:prstGeom>
        </p:spPr>
        <p:txBody>
          <a:bodyPr/>
          <a:lstStyle>
            <a:lvl1pPr marL="0" indent="0">
              <a:buNone/>
              <a:defRPr sz="2200"/>
            </a:lvl1pPr>
            <a:lvl2pPr marL="457200" indent="0">
              <a:buNone/>
              <a:defRPr/>
            </a:lvl2pPr>
            <a:lvl3pPr marL="914400" indent="0">
              <a:buNone/>
              <a:defRPr/>
            </a:lvl3pPr>
            <a:lvl4pPr marL="1371600" indent="0">
              <a:buNone/>
              <a:defRPr/>
            </a:lvl4pPr>
          </a:lstStyle>
          <a:p>
            <a:pPr lvl="0"/>
            <a:r>
              <a:rPr lang="es-ES"/>
              <a:t>Añade un subtítulo</a:t>
            </a:r>
          </a:p>
        </p:txBody>
      </p:sp>
      <p:sp>
        <p:nvSpPr>
          <p:cNvPr id="3" name="Título 1">
            <a:extLst>
              <a:ext uri="{FF2B5EF4-FFF2-40B4-BE49-F238E27FC236}">
                <a16:creationId xmlns:a16="http://schemas.microsoft.com/office/drawing/2014/main" id="{287472A7-B53B-4926-AE6F-8B81089A374B}"/>
              </a:ext>
            </a:extLst>
          </p:cNvPr>
          <p:cNvSpPr>
            <a:spLocks noGrp="1"/>
          </p:cNvSpPr>
          <p:nvPr>
            <p:ph type="title" hasCustomPrompt="1"/>
          </p:nvPr>
        </p:nvSpPr>
        <p:spPr>
          <a:xfrm>
            <a:off x="838200" y="365125"/>
            <a:ext cx="9004300" cy="626913"/>
          </a:xfrm>
          <a:prstGeom prst="rect">
            <a:avLst/>
          </a:prstGeom>
        </p:spPr>
        <p:txBody>
          <a:bodyPr/>
          <a:lstStyle>
            <a:lvl1pPr>
              <a:defRPr b="1">
                <a:solidFill>
                  <a:srgbClr val="1B4169"/>
                </a:solidFill>
              </a:defRPr>
            </a:lvl1pPr>
          </a:lstStyle>
          <a:p>
            <a:r>
              <a:rPr lang="es-ES"/>
              <a:t>Añade un título</a:t>
            </a:r>
          </a:p>
        </p:txBody>
      </p:sp>
    </p:spTree>
    <p:extLst>
      <p:ext uri="{BB962C8B-B14F-4D97-AF65-F5344CB8AC3E}">
        <p14:creationId xmlns:p14="http://schemas.microsoft.com/office/powerpoint/2010/main" val="1842586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54612D-18DB-4A3D-9AFA-CCAFAB285077}"/>
              </a:ext>
            </a:extLst>
          </p:cNvPr>
          <p:cNvSpPr>
            <a:spLocks noGrp="1"/>
          </p:cNvSpPr>
          <p:nvPr>
            <p:ph type="title" hasCustomPrompt="1"/>
          </p:nvPr>
        </p:nvSpPr>
        <p:spPr>
          <a:xfrm>
            <a:off x="838200" y="365125"/>
            <a:ext cx="9004300" cy="626913"/>
          </a:xfrm>
          <a:prstGeom prst="rect">
            <a:avLst/>
          </a:prstGeom>
        </p:spPr>
        <p:txBody>
          <a:bodyPr/>
          <a:lstStyle>
            <a:lvl1pPr>
              <a:defRPr b="1">
                <a:solidFill>
                  <a:srgbClr val="1B4169"/>
                </a:solidFill>
              </a:defRPr>
            </a:lvl1pPr>
          </a:lstStyle>
          <a:p>
            <a:r>
              <a:rPr lang="es-ES"/>
              <a:t>Añade un título</a:t>
            </a:r>
          </a:p>
        </p:txBody>
      </p:sp>
      <p:sp>
        <p:nvSpPr>
          <p:cNvPr id="5" name="Marcador de texto 4">
            <a:extLst>
              <a:ext uri="{FF2B5EF4-FFF2-40B4-BE49-F238E27FC236}">
                <a16:creationId xmlns:a16="http://schemas.microsoft.com/office/drawing/2014/main" id="{BBC4932A-17F9-4569-9AC0-3754AD378711}"/>
              </a:ext>
            </a:extLst>
          </p:cNvPr>
          <p:cNvSpPr>
            <a:spLocks noGrp="1"/>
          </p:cNvSpPr>
          <p:nvPr>
            <p:ph type="body" sz="quarter" idx="10" hasCustomPrompt="1"/>
          </p:nvPr>
        </p:nvSpPr>
        <p:spPr>
          <a:xfrm>
            <a:off x="838200" y="1077913"/>
            <a:ext cx="9004300" cy="474662"/>
          </a:xfrm>
          <a:prstGeom prst="rect">
            <a:avLst/>
          </a:prstGeom>
        </p:spPr>
        <p:txBody>
          <a:bodyPr/>
          <a:lstStyle>
            <a:lvl1pPr marL="0" indent="0">
              <a:buNone/>
              <a:defRPr sz="2200"/>
            </a:lvl1pPr>
            <a:lvl2pPr marL="457200" indent="0">
              <a:buNone/>
              <a:defRPr/>
            </a:lvl2pPr>
            <a:lvl3pPr marL="914400" indent="0">
              <a:buNone/>
              <a:defRPr/>
            </a:lvl3pPr>
            <a:lvl4pPr marL="1371600" indent="0">
              <a:buNone/>
              <a:defRPr/>
            </a:lvl4pPr>
          </a:lstStyle>
          <a:p>
            <a:pPr lvl="0"/>
            <a:r>
              <a:rPr lang="es-ES"/>
              <a:t>Añade un subtítulo</a:t>
            </a:r>
          </a:p>
        </p:txBody>
      </p:sp>
      <p:sp>
        <p:nvSpPr>
          <p:cNvPr id="7" name="Marcador de texto 6">
            <a:extLst>
              <a:ext uri="{FF2B5EF4-FFF2-40B4-BE49-F238E27FC236}">
                <a16:creationId xmlns:a16="http://schemas.microsoft.com/office/drawing/2014/main" id="{285EC412-713F-437A-BC71-2BCDE6D93477}"/>
              </a:ext>
            </a:extLst>
          </p:cNvPr>
          <p:cNvSpPr>
            <a:spLocks noGrp="1"/>
          </p:cNvSpPr>
          <p:nvPr>
            <p:ph type="body" sz="quarter" idx="11" hasCustomPrompt="1"/>
          </p:nvPr>
        </p:nvSpPr>
        <p:spPr>
          <a:xfrm>
            <a:off x="861648" y="1941513"/>
            <a:ext cx="10943174" cy="3959225"/>
          </a:xfrm>
          <a:prstGeom prst="rect">
            <a:avLst/>
          </a:prstGeom>
        </p:spPr>
        <p:txBody>
          <a:bodyPr/>
          <a:lstStyle>
            <a:lvl1pPr marL="0" indent="0">
              <a:buNone/>
              <a:defRPr sz="2000"/>
            </a:lvl1pPr>
          </a:lstStyle>
          <a:p>
            <a:pPr lvl="0"/>
            <a:r>
              <a:rPr lang="es-ES"/>
              <a:t>Añade texto</a:t>
            </a:r>
          </a:p>
        </p:txBody>
      </p:sp>
    </p:spTree>
    <p:extLst>
      <p:ext uri="{BB962C8B-B14F-4D97-AF65-F5344CB8AC3E}">
        <p14:creationId xmlns:p14="http://schemas.microsoft.com/office/powerpoint/2010/main" val="2021418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54612D-18DB-4A3D-9AFA-CCAFAB285077}"/>
              </a:ext>
            </a:extLst>
          </p:cNvPr>
          <p:cNvSpPr>
            <a:spLocks noGrp="1"/>
          </p:cNvSpPr>
          <p:nvPr>
            <p:ph type="title" hasCustomPrompt="1"/>
          </p:nvPr>
        </p:nvSpPr>
        <p:spPr>
          <a:xfrm>
            <a:off x="838200" y="365125"/>
            <a:ext cx="9004300" cy="626913"/>
          </a:xfrm>
          <a:prstGeom prst="rect">
            <a:avLst/>
          </a:prstGeom>
        </p:spPr>
        <p:txBody>
          <a:bodyPr/>
          <a:lstStyle>
            <a:lvl1pPr>
              <a:defRPr b="1">
                <a:solidFill>
                  <a:srgbClr val="1B4169"/>
                </a:solidFill>
              </a:defRPr>
            </a:lvl1pPr>
          </a:lstStyle>
          <a:p>
            <a:r>
              <a:rPr lang="es-ES"/>
              <a:t>Añade un título</a:t>
            </a:r>
          </a:p>
        </p:txBody>
      </p:sp>
      <p:sp>
        <p:nvSpPr>
          <p:cNvPr id="5" name="Marcador de texto 4">
            <a:extLst>
              <a:ext uri="{FF2B5EF4-FFF2-40B4-BE49-F238E27FC236}">
                <a16:creationId xmlns:a16="http://schemas.microsoft.com/office/drawing/2014/main" id="{BBC4932A-17F9-4569-9AC0-3754AD378711}"/>
              </a:ext>
            </a:extLst>
          </p:cNvPr>
          <p:cNvSpPr>
            <a:spLocks noGrp="1"/>
          </p:cNvSpPr>
          <p:nvPr>
            <p:ph type="body" sz="quarter" idx="10" hasCustomPrompt="1"/>
          </p:nvPr>
        </p:nvSpPr>
        <p:spPr>
          <a:xfrm>
            <a:off x="838200" y="1077913"/>
            <a:ext cx="9004300" cy="474662"/>
          </a:xfrm>
          <a:prstGeom prst="rect">
            <a:avLst/>
          </a:prstGeom>
        </p:spPr>
        <p:txBody>
          <a:bodyPr/>
          <a:lstStyle>
            <a:lvl1pPr marL="0" indent="0">
              <a:buNone/>
              <a:defRPr sz="2200"/>
            </a:lvl1pPr>
            <a:lvl2pPr marL="457200" indent="0">
              <a:buNone/>
              <a:defRPr/>
            </a:lvl2pPr>
            <a:lvl3pPr marL="914400" indent="0">
              <a:buNone/>
              <a:defRPr/>
            </a:lvl3pPr>
            <a:lvl4pPr marL="1371600" indent="0">
              <a:buNone/>
              <a:defRPr/>
            </a:lvl4pPr>
          </a:lstStyle>
          <a:p>
            <a:pPr lvl="0"/>
            <a:r>
              <a:rPr lang="es-ES"/>
              <a:t>Añade un subtítulo</a:t>
            </a:r>
          </a:p>
        </p:txBody>
      </p:sp>
      <p:sp>
        <p:nvSpPr>
          <p:cNvPr id="7" name="Marcador de texto 6">
            <a:extLst>
              <a:ext uri="{FF2B5EF4-FFF2-40B4-BE49-F238E27FC236}">
                <a16:creationId xmlns:a16="http://schemas.microsoft.com/office/drawing/2014/main" id="{285EC412-713F-437A-BC71-2BCDE6D93477}"/>
              </a:ext>
            </a:extLst>
          </p:cNvPr>
          <p:cNvSpPr>
            <a:spLocks noGrp="1"/>
          </p:cNvSpPr>
          <p:nvPr>
            <p:ph type="body" sz="quarter" idx="11" hasCustomPrompt="1"/>
          </p:nvPr>
        </p:nvSpPr>
        <p:spPr>
          <a:xfrm>
            <a:off x="855784" y="1941512"/>
            <a:ext cx="10916086" cy="3959225"/>
          </a:xfrm>
          <a:prstGeom prst="rect">
            <a:avLst/>
          </a:prstGeom>
        </p:spPr>
        <p:txBody>
          <a:bodyPr/>
          <a:lstStyle>
            <a:lvl1pPr marL="0" indent="0">
              <a:buNone/>
              <a:defRPr sz="2000"/>
            </a:lvl1pPr>
          </a:lstStyle>
          <a:p>
            <a:pPr lvl="0"/>
            <a:r>
              <a:rPr lang="es-ES"/>
              <a:t>Añade texto</a:t>
            </a:r>
          </a:p>
        </p:txBody>
      </p:sp>
    </p:spTree>
    <p:extLst>
      <p:ext uri="{BB962C8B-B14F-4D97-AF65-F5344CB8AC3E}">
        <p14:creationId xmlns:p14="http://schemas.microsoft.com/office/powerpoint/2010/main" val="1639221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otografia">
    <p:spTree>
      <p:nvGrpSpPr>
        <p:cNvPr id="1" name=""/>
        <p:cNvGrpSpPr/>
        <p:nvPr/>
      </p:nvGrpSpPr>
      <p:grpSpPr>
        <a:xfrm>
          <a:off x="0" y="0"/>
          <a:ext cx="0" cy="0"/>
          <a:chOff x="0" y="0"/>
          <a:chExt cx="0" cy="0"/>
        </a:xfrm>
      </p:grpSpPr>
      <p:sp>
        <p:nvSpPr>
          <p:cNvPr id="4" name="Marcador de posición de imagen 3">
            <a:extLst>
              <a:ext uri="{FF2B5EF4-FFF2-40B4-BE49-F238E27FC236}">
                <a16:creationId xmlns:a16="http://schemas.microsoft.com/office/drawing/2014/main" id="{0570302B-0130-442D-B6CE-E8007ADF420C}"/>
              </a:ext>
            </a:extLst>
          </p:cNvPr>
          <p:cNvSpPr>
            <a:spLocks noGrp="1"/>
          </p:cNvSpPr>
          <p:nvPr>
            <p:ph type="pic" sz="quarter" idx="10"/>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t="-11155" b="-11155"/>
            </a:stretch>
          </a:blipFill>
        </p:spPr>
        <p:txBody>
          <a:bodyPr/>
          <a:lstStyle>
            <a:lvl1pPr marL="0" indent="0">
              <a:buNone/>
              <a:defRPr/>
            </a:lvl1pPr>
          </a:lstStyle>
          <a:p>
            <a:endParaRPr lang="es-ES"/>
          </a:p>
        </p:txBody>
      </p:sp>
      <p:sp>
        <p:nvSpPr>
          <p:cNvPr id="7" name="Marcador de texto 6">
            <a:extLst>
              <a:ext uri="{FF2B5EF4-FFF2-40B4-BE49-F238E27FC236}">
                <a16:creationId xmlns:a16="http://schemas.microsoft.com/office/drawing/2014/main" id="{3785BE9E-E1ED-4FB6-9B29-68168D3ED354}"/>
              </a:ext>
            </a:extLst>
          </p:cNvPr>
          <p:cNvSpPr>
            <a:spLocks noGrp="1"/>
          </p:cNvSpPr>
          <p:nvPr>
            <p:ph type="body" sz="quarter" idx="11" hasCustomPrompt="1"/>
          </p:nvPr>
        </p:nvSpPr>
        <p:spPr>
          <a:xfrm>
            <a:off x="482600" y="4984384"/>
            <a:ext cx="10636250" cy="604537"/>
          </a:xfrm>
          <a:prstGeom prst="rect">
            <a:avLst/>
          </a:prstGeom>
        </p:spPr>
        <p:txBody>
          <a:bodyPr/>
          <a:lstStyle>
            <a:lvl1pPr marL="0" indent="0">
              <a:buNone/>
              <a:defRPr sz="4400" b="1">
                <a:solidFill>
                  <a:schemeClr val="bg1"/>
                </a:solidFill>
                <a:latin typeface="Arial" panose="020B0604020202020204" pitchFamily="34" charset="0"/>
                <a:cs typeface="Arial" panose="020B0604020202020204" pitchFamily="34" charset="0"/>
              </a:defRPr>
            </a:lvl1pPr>
          </a:lstStyle>
          <a:p>
            <a:pPr lvl="0"/>
            <a:r>
              <a:rPr lang="es-ES"/>
              <a:t>Añade un título</a:t>
            </a:r>
          </a:p>
        </p:txBody>
      </p:sp>
      <p:sp>
        <p:nvSpPr>
          <p:cNvPr id="14" name="Marcador de texto 13">
            <a:extLst>
              <a:ext uri="{FF2B5EF4-FFF2-40B4-BE49-F238E27FC236}">
                <a16:creationId xmlns:a16="http://schemas.microsoft.com/office/drawing/2014/main" id="{FDCA8AA3-3D01-434E-8990-CBA6DB81B723}"/>
              </a:ext>
            </a:extLst>
          </p:cNvPr>
          <p:cNvSpPr>
            <a:spLocks noGrp="1"/>
          </p:cNvSpPr>
          <p:nvPr>
            <p:ph type="body" sz="quarter" idx="12" hasCustomPrompt="1"/>
          </p:nvPr>
        </p:nvSpPr>
        <p:spPr>
          <a:xfrm>
            <a:off x="482600" y="5674836"/>
            <a:ext cx="10636250" cy="414068"/>
          </a:xfrm>
          <a:prstGeom prst="rect">
            <a:avLst/>
          </a:prstGeom>
        </p:spPr>
        <p:txBody>
          <a:bodyPr/>
          <a:lstStyle>
            <a:lvl1pPr marL="0" indent="0">
              <a:buNone/>
              <a:defRPr>
                <a:solidFill>
                  <a:schemeClr val="bg1"/>
                </a:solidFill>
              </a:defRPr>
            </a:lvl1pPr>
          </a:lstStyle>
          <a:p>
            <a:pPr lvl="0"/>
            <a:r>
              <a:rPr lang="es-ES"/>
              <a:t>Añade un subtítulo</a:t>
            </a:r>
          </a:p>
        </p:txBody>
      </p:sp>
    </p:spTree>
    <p:extLst>
      <p:ext uri="{BB962C8B-B14F-4D97-AF65-F5344CB8AC3E}">
        <p14:creationId xmlns:p14="http://schemas.microsoft.com/office/powerpoint/2010/main" val="42816522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otografia">
    <p:spTree>
      <p:nvGrpSpPr>
        <p:cNvPr id="1" name=""/>
        <p:cNvGrpSpPr/>
        <p:nvPr/>
      </p:nvGrpSpPr>
      <p:grpSpPr>
        <a:xfrm>
          <a:off x="0" y="0"/>
          <a:ext cx="0" cy="0"/>
          <a:chOff x="0" y="0"/>
          <a:chExt cx="0" cy="0"/>
        </a:xfrm>
      </p:grpSpPr>
      <p:sp>
        <p:nvSpPr>
          <p:cNvPr id="4" name="Marcador de posición de imagen 3">
            <a:extLst>
              <a:ext uri="{FF2B5EF4-FFF2-40B4-BE49-F238E27FC236}">
                <a16:creationId xmlns:a16="http://schemas.microsoft.com/office/drawing/2014/main" id="{0570302B-0130-442D-B6CE-E8007ADF420C}"/>
              </a:ext>
            </a:extLst>
          </p:cNvPr>
          <p:cNvSpPr>
            <a:spLocks noGrp="1"/>
          </p:cNvSpPr>
          <p:nvPr>
            <p:ph type="pic" sz="quarter" idx="10"/>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t="-5118" b="-5118"/>
            </a:stretch>
          </a:blipFill>
        </p:spPr>
        <p:txBody>
          <a:bodyPr/>
          <a:lstStyle>
            <a:lvl1pPr marL="0" indent="0">
              <a:buNone/>
              <a:defRPr/>
            </a:lvl1pPr>
          </a:lstStyle>
          <a:p>
            <a:endParaRPr lang="es-ES"/>
          </a:p>
        </p:txBody>
      </p:sp>
      <p:sp>
        <p:nvSpPr>
          <p:cNvPr id="7" name="Marcador de texto 6">
            <a:extLst>
              <a:ext uri="{FF2B5EF4-FFF2-40B4-BE49-F238E27FC236}">
                <a16:creationId xmlns:a16="http://schemas.microsoft.com/office/drawing/2014/main" id="{3785BE9E-E1ED-4FB6-9B29-68168D3ED354}"/>
              </a:ext>
            </a:extLst>
          </p:cNvPr>
          <p:cNvSpPr>
            <a:spLocks noGrp="1"/>
          </p:cNvSpPr>
          <p:nvPr>
            <p:ph type="body" sz="quarter" idx="11" hasCustomPrompt="1"/>
          </p:nvPr>
        </p:nvSpPr>
        <p:spPr>
          <a:xfrm>
            <a:off x="482600" y="4984384"/>
            <a:ext cx="10636250" cy="604537"/>
          </a:xfrm>
          <a:prstGeom prst="rect">
            <a:avLst/>
          </a:prstGeom>
        </p:spPr>
        <p:txBody>
          <a:bodyPr/>
          <a:lstStyle>
            <a:lvl1pPr marL="0" indent="0">
              <a:buNone/>
              <a:defRPr sz="4400" b="1">
                <a:solidFill>
                  <a:srgbClr val="1B4169"/>
                </a:solidFill>
                <a:latin typeface="Arial" panose="020B0604020202020204" pitchFamily="34" charset="0"/>
                <a:cs typeface="Arial" panose="020B0604020202020204" pitchFamily="34" charset="0"/>
              </a:defRPr>
            </a:lvl1pPr>
          </a:lstStyle>
          <a:p>
            <a:pPr lvl="0"/>
            <a:r>
              <a:rPr lang="es-ES"/>
              <a:t>Añade un título</a:t>
            </a:r>
          </a:p>
        </p:txBody>
      </p:sp>
      <p:sp>
        <p:nvSpPr>
          <p:cNvPr id="14" name="Marcador de texto 13">
            <a:extLst>
              <a:ext uri="{FF2B5EF4-FFF2-40B4-BE49-F238E27FC236}">
                <a16:creationId xmlns:a16="http://schemas.microsoft.com/office/drawing/2014/main" id="{FDCA8AA3-3D01-434E-8990-CBA6DB81B723}"/>
              </a:ext>
            </a:extLst>
          </p:cNvPr>
          <p:cNvSpPr>
            <a:spLocks noGrp="1"/>
          </p:cNvSpPr>
          <p:nvPr>
            <p:ph type="body" sz="quarter" idx="12" hasCustomPrompt="1"/>
          </p:nvPr>
        </p:nvSpPr>
        <p:spPr>
          <a:xfrm>
            <a:off x="482600" y="5674836"/>
            <a:ext cx="10636250" cy="414068"/>
          </a:xfrm>
          <a:prstGeom prst="rect">
            <a:avLst/>
          </a:prstGeom>
        </p:spPr>
        <p:txBody>
          <a:bodyPr/>
          <a:lstStyle>
            <a:lvl1pPr marL="0" indent="0">
              <a:buNone/>
              <a:defRPr>
                <a:solidFill>
                  <a:srgbClr val="1B4169"/>
                </a:solidFill>
              </a:defRPr>
            </a:lvl1pPr>
          </a:lstStyle>
          <a:p>
            <a:pPr lvl="0"/>
            <a:r>
              <a:rPr lang="es-ES"/>
              <a:t>Añade un subtítulo</a:t>
            </a:r>
          </a:p>
        </p:txBody>
      </p:sp>
    </p:spTree>
    <p:extLst>
      <p:ext uri="{BB962C8B-B14F-4D97-AF65-F5344CB8AC3E}">
        <p14:creationId xmlns:p14="http://schemas.microsoft.com/office/powerpoint/2010/main" val="29367461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11" name="Marcador de texto 10">
            <a:extLst>
              <a:ext uri="{FF2B5EF4-FFF2-40B4-BE49-F238E27FC236}">
                <a16:creationId xmlns:a16="http://schemas.microsoft.com/office/drawing/2014/main" id="{8557FD2A-1600-4008-A0E1-DB469DB18E3B}"/>
              </a:ext>
            </a:extLst>
          </p:cNvPr>
          <p:cNvSpPr>
            <a:spLocks noGrp="1"/>
          </p:cNvSpPr>
          <p:nvPr>
            <p:ph type="body" sz="quarter" idx="10" hasCustomPrompt="1"/>
          </p:nvPr>
        </p:nvSpPr>
        <p:spPr>
          <a:xfrm>
            <a:off x="1046163" y="2963253"/>
            <a:ext cx="10099674" cy="645136"/>
          </a:xfrm>
          <a:prstGeom prst="rect">
            <a:avLst/>
          </a:prstGeom>
        </p:spPr>
        <p:txBody>
          <a:bodyPr/>
          <a:lstStyle>
            <a:lvl1pPr marL="0" indent="0">
              <a:buNone/>
              <a:defRPr sz="4400" b="1">
                <a:solidFill>
                  <a:schemeClr val="bg1"/>
                </a:solidFill>
                <a:latin typeface="Arial" panose="020B0604020202020204" pitchFamily="34" charset="0"/>
                <a:cs typeface="Arial" panose="020B0604020202020204" pitchFamily="34" charset="0"/>
              </a:defRPr>
            </a:lvl1pPr>
          </a:lstStyle>
          <a:p>
            <a:pPr lvl="0"/>
            <a:r>
              <a:rPr lang="es-ES"/>
              <a:t>Añade un título</a:t>
            </a:r>
          </a:p>
        </p:txBody>
      </p:sp>
      <p:sp>
        <p:nvSpPr>
          <p:cNvPr id="13" name="Marcador de texto 12">
            <a:extLst>
              <a:ext uri="{FF2B5EF4-FFF2-40B4-BE49-F238E27FC236}">
                <a16:creationId xmlns:a16="http://schemas.microsoft.com/office/drawing/2014/main" id="{A329185C-98A2-4E8A-B1EC-1D416D5F2423}"/>
              </a:ext>
            </a:extLst>
          </p:cNvPr>
          <p:cNvSpPr>
            <a:spLocks noGrp="1"/>
          </p:cNvSpPr>
          <p:nvPr>
            <p:ph type="body" sz="quarter" idx="11" hasCustomPrompt="1"/>
          </p:nvPr>
        </p:nvSpPr>
        <p:spPr>
          <a:xfrm>
            <a:off x="1046163" y="3595692"/>
            <a:ext cx="10099674" cy="536575"/>
          </a:xfrm>
          <a:prstGeom prst="rect">
            <a:avLst/>
          </a:prstGeom>
        </p:spPr>
        <p:txBody>
          <a:bodyPr/>
          <a:lstStyle>
            <a:lvl1pPr marL="0" indent="0">
              <a:buNone/>
              <a:defRPr>
                <a:solidFill>
                  <a:schemeClr val="bg1"/>
                </a:solidFill>
                <a:latin typeface="Arial" panose="020B0604020202020204" pitchFamily="34" charset="0"/>
                <a:cs typeface="Arial" panose="020B0604020202020204" pitchFamily="34" charset="0"/>
              </a:defRPr>
            </a:lvl1pPr>
          </a:lstStyle>
          <a:p>
            <a:pPr lvl="0"/>
            <a:r>
              <a:rPr lang="es-ES"/>
              <a:t>Añade un subtítulo</a:t>
            </a:r>
          </a:p>
        </p:txBody>
      </p:sp>
    </p:spTree>
    <p:extLst>
      <p:ext uri="{BB962C8B-B14F-4D97-AF65-F5344CB8AC3E}">
        <p14:creationId xmlns:p14="http://schemas.microsoft.com/office/powerpoint/2010/main" val="2452221595"/>
      </p:ext>
    </p:extLst>
  </p:cSld>
  <p:clrMapOvr>
    <a:masterClrMapping/>
  </p:clrMapOvr>
  <p:extLst>
    <p:ext uri="{DCECCB84-F9BA-43D5-87BE-67443E8EF086}">
      <p15:sldGuideLst xmlns:p15="http://schemas.microsoft.com/office/powerpoint/2012/main">
        <p15:guide id="1" orient="horz" pos="2273"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4711658"/>
      </p:ext>
    </p:extLst>
  </p:cSld>
  <p:clrMapOvr>
    <a:masterClrMapping/>
  </p:clrMapOvr>
  <p:extLst>
    <p:ext uri="{DCECCB84-F9BA-43D5-87BE-67443E8EF086}">
      <p15:sldGuideLst xmlns:p15="http://schemas.microsoft.com/office/powerpoint/2012/main">
        <p15:guide id="1" orient="horz" pos="2273"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emf"/><Relationship Id="rId11"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3.xml"/><Relationship Id="rId3" Type="http://schemas.openxmlformats.org/officeDocument/2006/relationships/image" Target="../media/image1.emf"/><Relationship Id="rId4" Type="http://schemas.openxmlformats.org/officeDocument/2006/relationships/image" Target="../media/image2.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4.xml"/><Relationship Id="rId3" Type="http://schemas.openxmlformats.org/officeDocument/2006/relationships/image" Target="../media/image1.emf"/><Relationship Id="rId4" Type="http://schemas.openxmlformats.org/officeDocument/2006/relationships/image" Target="../media/image2.emf"/><Relationship Id="rId5"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C58BC8E-BD68-4323-84E4-FADC7AFF6817}"/>
              </a:ext>
            </a:extLst>
          </p:cNvPr>
          <p:cNvPicPr>
            <a:picLocks noChangeAspect="1"/>
          </p:cNvPicPr>
          <p:nvPr userDrawn="1"/>
        </p:nvPicPr>
        <p:blipFill>
          <a:blip r:embed="rId10"/>
          <a:stretch>
            <a:fillRect/>
          </a:stretch>
        </p:blipFill>
        <p:spPr>
          <a:xfrm>
            <a:off x="0" y="0"/>
            <a:ext cx="653143" cy="6858000"/>
          </a:xfrm>
          <a:prstGeom prst="rect">
            <a:avLst/>
          </a:prstGeom>
        </p:spPr>
      </p:pic>
      <p:cxnSp>
        <p:nvCxnSpPr>
          <p:cNvPr id="8" name="Conector recto 7">
            <a:extLst>
              <a:ext uri="{FF2B5EF4-FFF2-40B4-BE49-F238E27FC236}">
                <a16:creationId xmlns:a16="http://schemas.microsoft.com/office/drawing/2014/main" id="{339716DB-661E-4D7B-8351-C861D2734A8A}"/>
              </a:ext>
            </a:extLst>
          </p:cNvPr>
          <p:cNvCxnSpPr/>
          <p:nvPr userDrawn="1"/>
        </p:nvCxnSpPr>
        <p:spPr>
          <a:xfrm>
            <a:off x="0" y="1624065"/>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0DA1595D-6330-45F4-B28A-8404FA4C11A9}"/>
              </a:ext>
            </a:extLst>
          </p:cNvPr>
          <p:cNvCxnSpPr/>
          <p:nvPr userDrawn="1"/>
        </p:nvCxnSpPr>
        <p:spPr>
          <a:xfrm>
            <a:off x="0" y="6193105"/>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14E47843-814E-4009-89A4-2E6F749D175C}"/>
              </a:ext>
            </a:extLst>
          </p:cNvPr>
          <p:cNvPicPr>
            <a:picLocks noChangeAspect="1"/>
          </p:cNvPicPr>
          <p:nvPr userDrawn="1"/>
        </p:nvPicPr>
        <p:blipFill>
          <a:blip r:embed="rId11"/>
          <a:stretch>
            <a:fillRect/>
          </a:stretch>
        </p:blipFill>
        <p:spPr>
          <a:xfrm>
            <a:off x="10848975" y="330926"/>
            <a:ext cx="971006" cy="971006"/>
          </a:xfrm>
          <a:prstGeom prst="rect">
            <a:avLst/>
          </a:prstGeom>
        </p:spPr>
      </p:pic>
    </p:spTree>
    <p:extLst>
      <p:ext uri="{BB962C8B-B14F-4D97-AF65-F5344CB8AC3E}">
        <p14:creationId xmlns:p14="http://schemas.microsoft.com/office/powerpoint/2010/main" val="2221490619"/>
      </p:ext>
    </p:extLst>
  </p:cSld>
  <p:clrMap bg1="lt1" tx1="dk1" bg2="lt2" tx2="dk2" accent1="accent1" accent2="accent2" accent3="accent3" accent4="accent4" accent5="accent5" accent6="accent6" hlink="hlink" folHlink="folHlink"/>
  <p:sldLayoutIdLst>
    <p:sldLayoutId id="2147483671" r:id="rId1"/>
    <p:sldLayoutId id="2147483655" r:id="rId2"/>
    <p:sldLayoutId id="2147483656" r:id="rId3"/>
    <p:sldLayoutId id="2147483649" r:id="rId4"/>
    <p:sldLayoutId id="2147483650" r:id="rId5"/>
    <p:sldLayoutId id="2147483658" r:id="rId6"/>
    <p:sldLayoutId id="2147483654" r:id="rId7"/>
    <p:sldLayoutId id="2147483657"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1505935"/>
      </p:ext>
    </p:extLst>
  </p:cSld>
  <p:clrMap bg1="lt1" tx1="dk1" bg2="lt2" tx2="dk2" accent1="accent1" accent2="accent2" accent3="accent3" accent4="accent4" accent5="accent5" accent6="accent6" hlink="hlink" folHlink="folHlink"/>
  <p:sldLayoutIdLst>
    <p:sldLayoutId id="2147483659" r:id="rId1"/>
    <p:sldLayoutId id="214748367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1B4169"/>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DB75F8B-6C33-44E7-8FD4-11E025F3B1E9}"/>
              </a:ext>
            </a:extLst>
          </p:cNvPr>
          <p:cNvPicPr>
            <a:picLocks noChangeAspect="1"/>
          </p:cNvPicPr>
          <p:nvPr userDrawn="1"/>
        </p:nvPicPr>
        <p:blipFill>
          <a:blip r:embed="rId3"/>
          <a:stretch>
            <a:fillRect/>
          </a:stretch>
        </p:blipFill>
        <p:spPr>
          <a:xfrm>
            <a:off x="0" y="0"/>
            <a:ext cx="653143" cy="6858000"/>
          </a:xfrm>
          <a:prstGeom prst="rect">
            <a:avLst/>
          </a:prstGeom>
        </p:spPr>
      </p:pic>
      <p:cxnSp>
        <p:nvCxnSpPr>
          <p:cNvPr id="4" name="Conector recto 3">
            <a:extLst>
              <a:ext uri="{FF2B5EF4-FFF2-40B4-BE49-F238E27FC236}">
                <a16:creationId xmlns:a16="http://schemas.microsoft.com/office/drawing/2014/main" id="{673577F3-9D21-41A6-8362-6BB62C737C10}"/>
              </a:ext>
            </a:extLst>
          </p:cNvPr>
          <p:cNvCxnSpPr/>
          <p:nvPr userDrawn="1"/>
        </p:nvCxnSpPr>
        <p:spPr>
          <a:xfrm>
            <a:off x="0" y="1632857"/>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Conector recto 4">
            <a:extLst>
              <a:ext uri="{FF2B5EF4-FFF2-40B4-BE49-F238E27FC236}">
                <a16:creationId xmlns:a16="http://schemas.microsoft.com/office/drawing/2014/main" id="{BB45A288-E56A-4D6E-A5CA-13F4F4E22DFF}"/>
              </a:ext>
            </a:extLst>
          </p:cNvPr>
          <p:cNvCxnSpPr/>
          <p:nvPr userDrawn="1"/>
        </p:nvCxnSpPr>
        <p:spPr>
          <a:xfrm>
            <a:off x="0" y="6193105"/>
            <a:ext cx="12192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4927F193-57BA-4AD6-8D3D-5D713CABDFEC}"/>
              </a:ext>
            </a:extLst>
          </p:cNvPr>
          <p:cNvPicPr>
            <a:picLocks noChangeAspect="1"/>
          </p:cNvPicPr>
          <p:nvPr userDrawn="1"/>
        </p:nvPicPr>
        <p:blipFill>
          <a:blip r:embed="rId4"/>
          <a:stretch>
            <a:fillRect/>
          </a:stretch>
        </p:blipFill>
        <p:spPr>
          <a:xfrm>
            <a:off x="10848975" y="330926"/>
            <a:ext cx="971006" cy="971006"/>
          </a:xfrm>
          <a:prstGeom prst="rect">
            <a:avLst/>
          </a:prstGeom>
          <a:ln>
            <a:noFill/>
          </a:ln>
        </p:spPr>
      </p:pic>
    </p:spTree>
    <p:extLst>
      <p:ext uri="{BB962C8B-B14F-4D97-AF65-F5344CB8AC3E}">
        <p14:creationId xmlns:p14="http://schemas.microsoft.com/office/powerpoint/2010/main" val="1557310056"/>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1B4169"/>
        </a:solidFill>
        <a:effectLst/>
      </p:bgPr>
    </p:bg>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DB75F8B-6C33-44E7-8FD4-11E025F3B1E9}"/>
              </a:ext>
            </a:extLst>
          </p:cNvPr>
          <p:cNvPicPr>
            <a:picLocks noChangeAspect="1"/>
          </p:cNvPicPr>
          <p:nvPr userDrawn="1"/>
        </p:nvPicPr>
        <p:blipFill>
          <a:blip r:embed="rId3"/>
          <a:stretch>
            <a:fillRect/>
          </a:stretch>
        </p:blipFill>
        <p:spPr>
          <a:xfrm>
            <a:off x="0" y="0"/>
            <a:ext cx="653143" cy="6858000"/>
          </a:xfrm>
          <a:prstGeom prst="rect">
            <a:avLst/>
          </a:prstGeom>
        </p:spPr>
      </p:pic>
      <p:pic>
        <p:nvPicPr>
          <p:cNvPr id="7" name="Imagen 6">
            <a:extLst>
              <a:ext uri="{FF2B5EF4-FFF2-40B4-BE49-F238E27FC236}">
                <a16:creationId xmlns:a16="http://schemas.microsoft.com/office/drawing/2014/main" id="{0272785E-ADE8-48EC-A8D1-026F1CDAC2D4}"/>
              </a:ext>
            </a:extLst>
          </p:cNvPr>
          <p:cNvPicPr>
            <a:picLocks noChangeAspect="1"/>
          </p:cNvPicPr>
          <p:nvPr userDrawn="1"/>
        </p:nvPicPr>
        <p:blipFill>
          <a:blip r:embed="rId4"/>
          <a:stretch>
            <a:fillRect/>
          </a:stretch>
        </p:blipFill>
        <p:spPr>
          <a:xfrm>
            <a:off x="4544493" y="1567899"/>
            <a:ext cx="3103014" cy="3103014"/>
          </a:xfrm>
          <a:prstGeom prst="rect">
            <a:avLst/>
          </a:prstGeom>
        </p:spPr>
      </p:pic>
      <p:pic>
        <p:nvPicPr>
          <p:cNvPr id="8" name="Imagen 7">
            <a:extLst>
              <a:ext uri="{FF2B5EF4-FFF2-40B4-BE49-F238E27FC236}">
                <a16:creationId xmlns:a16="http://schemas.microsoft.com/office/drawing/2014/main" id="{830C34F1-488C-462C-B041-AC86D523231D}"/>
              </a:ext>
            </a:extLst>
          </p:cNvPr>
          <p:cNvPicPr>
            <a:picLocks noChangeAspect="1"/>
          </p:cNvPicPr>
          <p:nvPr userDrawn="1"/>
        </p:nvPicPr>
        <p:blipFill>
          <a:blip r:embed="rId5"/>
          <a:stretch>
            <a:fillRect/>
          </a:stretch>
        </p:blipFill>
        <p:spPr>
          <a:xfrm>
            <a:off x="3450418" y="5419065"/>
            <a:ext cx="5291164" cy="341798"/>
          </a:xfrm>
          <a:prstGeom prst="rect">
            <a:avLst/>
          </a:prstGeom>
        </p:spPr>
      </p:pic>
    </p:spTree>
    <p:extLst>
      <p:ext uri="{BB962C8B-B14F-4D97-AF65-F5344CB8AC3E}">
        <p14:creationId xmlns:p14="http://schemas.microsoft.com/office/powerpoint/2010/main" val="1333467109"/>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0FEC0A74-A0EA-4863-8BFD-0716AE1F6F6E}"/>
              </a:ext>
            </a:extLst>
          </p:cNvPr>
          <p:cNvSpPr>
            <a:spLocks noGrp="1"/>
          </p:cNvSpPr>
          <p:nvPr>
            <p:ph type="body" sz="quarter" idx="10"/>
          </p:nvPr>
        </p:nvSpPr>
        <p:spPr/>
        <p:txBody>
          <a:bodyPr/>
          <a:lstStyle/>
          <a:p>
            <a:r>
              <a:t>AlertaCRV</a:t>
            </a:r>
          </a:p>
        </p:txBody>
      </p:sp>
      <p:sp>
        <p:nvSpPr>
          <p:cNvPr id="3" name="Marcador de texto 2">
            <a:extLst>
              <a:ext uri="{FF2B5EF4-FFF2-40B4-BE49-F238E27FC236}">
                <a16:creationId xmlns:a16="http://schemas.microsoft.com/office/drawing/2014/main" id="{F73B5977-DF9C-4DC3-B2E8-E1E648051E0D}"/>
              </a:ext>
            </a:extLst>
          </p:cNvPr>
          <p:cNvSpPr>
            <a:spLocks noGrp="1"/>
          </p:cNvSpPr>
          <p:nvPr>
            <p:ph type="body" sz="quarter" idx="11"/>
          </p:nvPr>
        </p:nvSpPr>
        <p:spPr>
          <a:xfrm>
            <a:off x="1046163" y="4330210"/>
            <a:ext cx="10099674" cy="536575"/>
          </a:xfrm>
        </p:spPr>
        <p:txBody>
          <a:bodyPr lIns="91440" tIns="45720" rIns="91440" bIns="45720" anchor="t"/>
          <a:lstStyle/>
          <a:p>
            <a:r>
              <a:t>Sistema de monitoreo automático de emergencias</a:t>
            </a:r>
          </a:p>
          <a:p>
            <a:r>
              <a:t>en Venezuela</a:t>
            </a:r>
          </a:p>
        </p:txBody>
      </p:sp>
    </p:spTree>
    <p:extLst>
      <p:ext uri="{BB962C8B-B14F-4D97-AF65-F5344CB8AC3E}">
        <p14:creationId xmlns:p14="http://schemas.microsoft.com/office/powerpoint/2010/main" val="2084092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74AF5-C83C-F7D8-CC68-1D1BBD3D842E}"/>
            </a:ext>
          </a:extLst>
        </p:cNvPr>
        <p:cNvGrpSpPr/>
        <p:nvPr/>
      </p:nvGrpSpPr>
      <p:grpSpPr>
        <a:xfrm>
          <a:off x="0" y="0"/>
          <a:ext cx="0" cy="0"/>
          <a:chOff x="0" y="0"/>
          <a:chExt cx="0" cy="0"/>
        </a:xfrm>
      </p:grpSpPr>
      <p:sp>
        <p:nvSpPr>
          <p:cNvPr id="6" name="Marcador de texto 5">
            <a:extLst>
              <a:ext uri="{FF2B5EF4-FFF2-40B4-BE49-F238E27FC236}">
                <a16:creationId xmlns:a16="http://schemas.microsoft.com/office/drawing/2014/main" id="{D2E99FAD-7599-A4D9-DB0E-83A09544517F}"/>
              </a:ext>
            </a:extLst>
          </p:cNvPr>
          <p:cNvSpPr>
            <a:spLocks noGrp="1"/>
          </p:cNvSpPr>
          <p:nvPr>
            <p:ph type="body" sz="quarter" idx="10"/>
          </p:nvPr>
        </p:nvSpPr>
        <p:spPr>
          <a:xfrm>
            <a:off x="838199" y="1077913"/>
            <a:ext cx="9961179" cy="474662"/>
          </a:xfrm>
        </p:spPr>
        <p:txBody>
          <a:bodyPr/>
          <a:lstStyle/>
          <a:p>
            <a:r>
              <a:t>AlertaCRV revisa medios de comunicación venezolanos las 24 horas y detecta reportes de emergencias apenas se publican. Cruza varias fuentes entre sí antes de dar algo por confirmado, y lo publica en Telegram y en un sitio web para que la información llegue rápido y verificada.</a:t>
            </a:r>
          </a:p>
          <a:p>
            <a:r>
              <a:t>El sistema informa lo que ya está ocurriendo y ha sido reportado. No predice ni mide directamente los eventos.</a:t>
            </a:r>
          </a:p>
        </p:txBody>
      </p:sp>
      <p:sp>
        <p:nvSpPr>
          <p:cNvPr id="8" name="Título 7">
            <a:extLst>
              <a:ext uri="{FF2B5EF4-FFF2-40B4-BE49-F238E27FC236}">
                <a16:creationId xmlns:a16="http://schemas.microsoft.com/office/drawing/2014/main" id="{A1F94255-97C7-211B-29C1-E6923876BE75}"/>
              </a:ext>
            </a:extLst>
          </p:cNvPr>
          <p:cNvSpPr>
            <a:spLocks noGrp="1"/>
          </p:cNvSpPr>
          <p:nvPr>
            <p:ph type="title"/>
          </p:nvPr>
        </p:nvSpPr>
        <p:spPr/>
        <p:txBody>
          <a:bodyPr/>
          <a:lstStyle/>
          <a:p>
            <a:r>
              <a:t>Objetivo</a:t>
            </a:r>
          </a:p>
        </p:txBody>
      </p:sp>
    </p:spTree>
    <p:extLst>
      <p:ext uri="{BB962C8B-B14F-4D97-AF65-F5344CB8AC3E}">
        <p14:creationId xmlns:p14="http://schemas.microsoft.com/office/powerpoint/2010/main" val="20616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203499"/>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wrap="square"/>
          <a:lstStyle/>
          <a:p>
            <a:pPr>
              <a:spcAft>
                <a:spcPts val="1000"/>
              </a:spcAft>
              <a:defRPr sz="1600"/>
            </a:pPr>
            <a:r>
              <a:t>18 tipos de emergencia monitoreados:</a:t>
            </a:r>
          </a:p>
          <a:p>
            <a:pPr>
              <a:spcAft>
                <a:spcPts val="1000"/>
              </a:spcAft>
              <a:defRPr sz="1600"/>
            </a:pPr>
            <a:r>
              <a:t>Sismo · Incendio · Inundación · Deslizamiento · Falla eléctrica · Falla de agua · Vialidad · Orden público · Salud pública · Tsunami · Tormenta eléctrica · Derrame petrolero · Explosión · Sequía · Colapso estructural · Crisis migratoria · Escasez de combustible · Motín carcelario · Accidente de transporte · Ataque armado · Emergencia del Metro</a:t>
            </a:r>
          </a:p>
          <a:p>
            <a:pPr>
              <a:spcAft>
                <a:spcPts val="1000"/>
              </a:spcAft>
              <a:defRPr sz="1600"/>
            </a:pPr>
            <a:r>
              <a:t>Cada tipo tiene palabras clave específicas para detección automática, con verificación cruzada entre múltiples fuentes.</a:t>
            </a:r>
          </a:p>
        </p:txBody>
      </p:sp>
      <p:sp>
        <p:nvSpPr>
          <p:cNvPr id="3" name="Title 2"/>
          <p:cNvSpPr>
            <a:spLocks noGrp="1"/>
          </p:cNvSpPr>
          <p:nvPr>
            <p:ph type="title"/>
          </p:nvPr>
        </p:nvSpPr>
        <p:spPr/>
        <p:txBody>
          <a:bodyPr/>
          <a:lstStyle/>
          <a:p>
            <a:r>
              <a:t>Tipos de emergencia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wrap="square"/>
          <a:lstStyle/>
          <a:p>
            <a:pPr>
              <a:spcAft>
                <a:spcPts val="1000"/>
              </a:spcAft>
              <a:defRPr sz="1600"/>
            </a:pPr>
            <a:r>
              <a:t>Crítico: fallecidos, desaparecidos, colapso total, emergencia nacional</a:t>
            </a:r>
          </a:p>
          <a:p>
            <a:pPr>
              <a:spcAft>
                <a:spcPts val="1000"/>
              </a:spcAft>
              <a:defRPr sz="1600"/>
            </a:pPr>
            <a:r>
              <a:t>Alto: heridos, hospitalizados, evacuados, daños severos, intoxicación</a:t>
            </a:r>
          </a:p>
          <a:p>
            <a:pPr>
              <a:spcAft>
                <a:spcPts val="1000"/>
              </a:spcAft>
              <a:defRPr sz="1600"/>
            </a:pPr>
            <a:r>
              <a:t>Medio: daños materiales sin víctimas</a:t>
            </a:r>
          </a:p>
          <a:p>
            <a:pPr>
              <a:spcAft>
                <a:spcPts val="1000"/>
              </a:spcAft>
              <a:defRPr sz="1600"/>
            </a:pPr>
            <a:r>
              <a:t>Bajo: situación controlada, alertas preventivas</a:t>
            </a:r>
          </a:p>
          <a:p>
            <a:pPr>
              <a:spcAft>
                <a:spcPts val="1000"/>
              </a:spcAft>
              <a:defRPr sz="1600"/>
            </a:pPr>
            <a:r>
              <a:t>Sin clasificar: tipo detectado, pero el texto no trae suficiente información para asignar un nivel de severidad</a:t>
            </a:r>
          </a:p>
        </p:txBody>
      </p:sp>
      <p:sp>
        <p:nvSpPr>
          <p:cNvPr id="3" name="Title 2"/>
          <p:cNvSpPr>
            <a:spLocks noGrp="1"/>
          </p:cNvSpPr>
          <p:nvPr>
            <p:ph type="title"/>
          </p:nvPr>
        </p:nvSpPr>
        <p:spPr/>
        <p:txBody>
          <a:bodyPr/>
          <a:lstStyle/>
          <a:p>
            <a:r>
              <a:t>Niveles de severidad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wrap="square"/>
          <a:lstStyle/>
          <a:p>
            <a:pPr>
              <a:spcAft>
                <a:spcPts val="1000"/>
              </a:spcAft>
              <a:defRPr sz="1600"/>
            </a:pPr>
            <a:r>
              <a:t>Cada medio de comunicación tiene un puntaje de confiabilidad, entre 0.5 y 0.9, calculado antes de incorporarlo al sistema, según gobernanza institucional, verificabilidad de sus notas, historial de precisión y rigor geográfico y temporal.</a:t>
            </a:r>
          </a:p>
          <a:p>
            <a:pPr>
              <a:spcAft>
                <a:spcPts val="1000"/>
              </a:spcAft>
              <a:defRPr sz="1600"/>
            </a:pPr>
            <a:r>
              <a:t>Antes de asignar un puntaje se revisa también, en vivo, que el medio funcione realmente y que su contenido corresponda a Venezuela.</a:t>
            </a:r>
          </a:p>
          <a:p>
            <a:pPr>
              <a:spcAft>
                <a:spcPts val="1000"/>
              </a:spcAft>
              <a:defRPr sz="1600"/>
            </a:pPr>
            <a:r>
              <a:t>Cuando varios medios reportan el mismo hecho, sus puntajes se suman. Solo si superan un umbral, el evento se marca como confirmado. Si no, se publica igual pero identificado como sin confirmar.</a:t>
            </a:r>
          </a:p>
        </p:txBody>
      </p:sp>
      <p:sp>
        <p:nvSpPr>
          <p:cNvPr id="3" name="Title 2"/>
          <p:cNvSpPr>
            <a:spLocks noGrp="1"/>
          </p:cNvSpPr>
          <p:nvPr>
            <p:ph type="title"/>
          </p:nvPr>
        </p:nvSpPr>
        <p:spPr/>
        <p:txBody>
          <a:bodyPr/>
          <a:lstStyle/>
          <a:p>
            <a:r>
              <a:t>Confiabilidad: el sistema de score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wrap="square"/>
          <a:lstStyle/>
          <a:p>
            <a:pPr>
              <a:spcAft>
                <a:spcPts val="1000"/>
              </a:spcAft>
              <a:defRPr sz="1600"/>
            </a:pPr>
            <a:r>
              <a:t>El sistema depende por completo de que un medio de comunicación reporte el hecho.</a:t>
            </a:r>
          </a:p>
          <a:p>
            <a:pPr>
              <a:spcAft>
                <a:spcPts val="1000"/>
              </a:spcAft>
              <a:defRPr sz="1600"/>
            </a:pPr>
            <a:r>
              <a:t>En zonas donde la cobertura de prensa es escasa, como el estado Amazonas, el sistema puede no registrar emergencias reales que sí están ocurriendo, simplemente porque nadie las publicó.</a:t>
            </a:r>
          </a:p>
          <a:p>
            <a:pPr>
              <a:spcAft>
                <a:spcPts val="1000"/>
              </a:spcAft>
              <a:defRPr sz="1600"/>
            </a:pPr>
            <a:r>
              <a:t>La calidad de la clasificación no cambia nada en esos casos: el punto de partida es siempre lo que un medio decidió cubrir.</a:t>
            </a:r>
          </a:p>
        </p:txBody>
      </p:sp>
      <p:sp>
        <p:nvSpPr>
          <p:cNvPr id="3" name="Title 2"/>
          <p:cNvSpPr>
            <a:spLocks noGrp="1"/>
          </p:cNvSpPr>
          <p:nvPr>
            <p:ph type="title"/>
          </p:nvPr>
        </p:nvSpPr>
        <p:spPr/>
        <p:txBody>
          <a:bodyPr/>
          <a:lstStyle/>
          <a:p>
            <a:r>
              <a:t>Limitación principal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wrap="square"/>
          <a:lstStyle/>
          <a:p>
            <a:pPr>
              <a:spcAft>
                <a:spcPts val="1000"/>
              </a:spcAft>
              <a:defRPr sz="1600"/>
            </a:pPr>
            <a:r>
              <a:t>Panel de tendencias históricas: mostrar la evolución de las emergencias por estado y por tipo a lo largo del tiempo, una fuente que Venezuela hoy no tiene.</a:t>
            </a:r>
          </a:p>
          <a:p>
            <a:pPr>
              <a:spcAft>
                <a:spcPts val="1000"/>
              </a:spcAft>
              <a:defRPr sz="1600"/>
            </a:pPr>
            <a:r>
              <a:t>Canal de reporte ciudadano: permitir que cualquier persona reporte una emergencia directamente, ampliando la cobertura hacia zonas sin prensa, con el mismo proceso de verificación cruzada que ya se aplica a los medios.</a:t>
            </a:r>
          </a:p>
        </p:txBody>
      </p:sp>
      <p:sp>
        <p:nvSpPr>
          <p:cNvPr id="3" name="Title 2"/>
          <p:cNvSpPr>
            <a:spLocks noGrp="1"/>
          </p:cNvSpPr>
          <p:nvPr>
            <p:ph type="title"/>
          </p:nvPr>
        </p:nvSpPr>
        <p:spPr/>
        <p:txBody>
          <a:bodyPr/>
          <a:lstStyle/>
          <a:p>
            <a:r>
              <a:t>Hacia dónde puede crecer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wrap="square"/>
          <a:lstStyle/>
          <a:p>
            <a:pPr>
              <a:spcAft>
                <a:spcPts val="1000"/>
              </a:spcAft>
              <a:defRPr sz="1600"/>
            </a:pPr>
            <a:r>
              <a:t>AlertaCRV convierte información dispersa en un flujo único, verificado y consultable.</a:t>
            </a:r>
          </a:p>
          <a:p>
            <a:pPr>
              <a:spcAft>
                <a:spcPts val="1000"/>
              </a:spcAft>
              <a:defRPr sz="1600"/>
            </a:pPr>
            <a:r>
              <a:t>Es una herramienta informativa hoy, con espacio real para crecer en cobertura y en profundidad.</a:t>
            </a:r>
          </a:p>
        </p:txBody>
      </p:sp>
      <p:sp>
        <p:nvSpPr>
          <p:cNvPr id="3" name="Title 2"/>
          <p:cNvSpPr>
            <a:spLocks noGrp="1"/>
          </p:cNvSpPr>
          <p:nvPr>
            <p:ph type="title"/>
          </p:nvPr>
        </p:nvSpPr>
        <p:spPr/>
        <p:txBody>
          <a:bodyPr/>
          <a:lstStyle/>
          <a:p>
            <a:r>
              <a:t>Cierre</a:t>
            </a:r>
          </a:p>
        </p:txBody>
      </p:sp>
    </p:spTree>
  </p:cSld>
  <p:clrMapOvr>
    <a:masterClrMapping/>
  </p:clrMapOvr>
</p:sld>
</file>

<file path=ppt/theme/theme1.xml><?xml version="1.0" encoding="utf-8"?>
<a:theme xmlns:a="http://schemas.openxmlformats.org/drawingml/2006/main" name="TITULO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OTOGRAFIA">
  <a:themeElements>
    <a:clrScheme name="Paleta corporativa">
      <a:dk1>
        <a:sysClr val="windowText" lastClr="000000"/>
      </a:dk1>
      <a:lt1>
        <a:sysClr val="window" lastClr="FFFFFF"/>
      </a:lt1>
      <a:dk2>
        <a:srgbClr val="44546A"/>
      </a:dk2>
      <a:lt2>
        <a:srgbClr val="E7E6E6"/>
      </a:lt2>
      <a:accent1>
        <a:srgbClr val="1C4269"/>
      </a:accent1>
      <a:accent2>
        <a:srgbClr val="2D5987"/>
      </a:accent2>
      <a:accent3>
        <a:srgbClr val="6F98BC"/>
      </a:accent3>
      <a:accent4>
        <a:srgbClr val="F41114"/>
      </a:accent4>
      <a:accent5>
        <a:srgbClr val="E8E8E8"/>
      </a:accent5>
      <a:accent6>
        <a:srgbClr val="F2F2F2"/>
      </a:accent6>
      <a:hlink>
        <a:srgbClr val="6F98BC"/>
      </a:hlink>
      <a:folHlink>
        <a:srgbClr val="F4111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PAGINA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PAGINA 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B748553BA42684996C65FEA9C666A6F" ma:contentTypeVersion="11" ma:contentTypeDescription="Crear nuevo documento." ma:contentTypeScope="" ma:versionID="89d057f547f05b89d1b4610d3de8ee00">
  <xsd:schema xmlns:xsd="http://www.w3.org/2001/XMLSchema" xmlns:xs="http://www.w3.org/2001/XMLSchema" xmlns:p="http://schemas.microsoft.com/office/2006/metadata/properties" xmlns:ns2="6c302043-2bce-4f38-b7dd-aa925251b5f2" xmlns:ns3="7d04e321-adad-420f-8a06-80d1812f5643" targetNamespace="http://schemas.microsoft.com/office/2006/metadata/properties" ma:root="true" ma:fieldsID="c4018839f3f75c4c40a2b08fb1afd560" ns2:_="" ns3:_="">
    <xsd:import namespace="6c302043-2bce-4f38-b7dd-aa925251b5f2"/>
    <xsd:import namespace="7d04e321-adad-420f-8a06-80d1812f564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302043-2bce-4f38-b7dd-aa925251b5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e05a7f52-1bfe-47ba-88d3-9fbad0be2ec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d04e321-adad-420f-8a06-80d1812f564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a9b14d8-27f4-4fdc-83a5-5fa647f67062}" ma:internalName="TaxCatchAll" ma:showField="CatchAllData" ma:web="7d04e321-adad-420f-8a06-80d1812f564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c302043-2bce-4f38-b7dd-aa925251b5f2">
      <Terms xmlns="http://schemas.microsoft.com/office/infopath/2007/PartnerControls"/>
    </lcf76f155ced4ddcb4097134ff3c332f>
    <TaxCatchAll xmlns="7d04e321-adad-420f-8a06-80d1812f5643" xsi:nil="true"/>
  </documentManagement>
</p:properties>
</file>

<file path=customXml/itemProps1.xml><?xml version="1.0" encoding="utf-8"?>
<ds:datastoreItem xmlns:ds="http://schemas.openxmlformats.org/officeDocument/2006/customXml" ds:itemID="{560ACE28-E62F-444C-BA34-77A1D20A68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302043-2bce-4f38-b7dd-aa925251b5f2"/>
    <ds:schemaRef ds:uri="7d04e321-adad-420f-8a06-80d1812f56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9E1211-F25D-464B-8BB3-FFD16BAA17DC}">
  <ds:schemaRefs>
    <ds:schemaRef ds:uri="http://schemas.microsoft.com/sharepoint/v3/contenttype/forms"/>
  </ds:schemaRefs>
</ds:datastoreItem>
</file>

<file path=customXml/itemProps3.xml><?xml version="1.0" encoding="utf-8"?>
<ds:datastoreItem xmlns:ds="http://schemas.openxmlformats.org/officeDocument/2006/customXml" ds:itemID="{0B94A923-443B-494C-A331-88D29D191194}">
  <ds:schemaRefs>
    <ds:schemaRef ds:uri="6c302043-2bce-4f38-b7dd-aa925251b5f2"/>
    <ds:schemaRef ds:uri="7d04e321-adad-420f-8a06-80d1812f5643"/>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692</TotalTime>
  <Words>35</Words>
  <Application>Microsoft Office PowerPoint</Application>
  <PresentationFormat>Panorámica</PresentationFormat>
  <Paragraphs>14</Paragraphs>
  <Slides>3</Slides>
  <Notes>0</Notes>
  <HiddenSlides>0</HiddenSlides>
  <MMClips>0</MMClips>
  <ScaleCrop>false</ScaleCrop>
  <HeadingPairs>
    <vt:vector size="6" baseType="variant">
      <vt:variant>
        <vt:lpstr>Fuentes usadas</vt:lpstr>
      </vt:variant>
      <vt:variant>
        <vt:i4>4</vt:i4>
      </vt:variant>
      <vt:variant>
        <vt:lpstr>Tema</vt:lpstr>
      </vt:variant>
      <vt:variant>
        <vt:i4>4</vt:i4>
      </vt:variant>
      <vt:variant>
        <vt:lpstr>Títulos de diapositiva</vt:lpstr>
      </vt:variant>
      <vt:variant>
        <vt:i4>3</vt:i4>
      </vt:variant>
    </vt:vector>
  </HeadingPairs>
  <TitlesOfParts>
    <vt:vector size="11" baseType="lpstr">
      <vt:lpstr>Aptos</vt:lpstr>
      <vt:lpstr>Arial</vt:lpstr>
      <vt:lpstr>Calibri</vt:lpstr>
      <vt:lpstr>Open Sans</vt:lpstr>
      <vt:lpstr>TITULOS</vt:lpstr>
      <vt:lpstr>FOTOGRAFIA</vt:lpstr>
      <vt:lpstr>1_PAGINA 2</vt:lpstr>
      <vt:lpstr>5_PAGINA 2</vt:lpstr>
      <vt:lpstr>Presentación de PowerPoint</vt:lpstr>
      <vt:lpstr>Xxxxxx Xxxxxxx</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Office</dc:creator>
  <cp:lastModifiedBy>Revisora</cp:lastModifiedBy>
  <cp:revision>59</cp:revision>
  <dcterms:created xsi:type="dcterms:W3CDTF">2024-07-17T20:47:15Z</dcterms:created>
  <dcterms:modified xsi:type="dcterms:W3CDTF">2026-08-02T21:18:24Z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0x0101009B748553BA42684996C65FEA9C666A6F</vt:lpwstr>
  </property>
  <property fmtid="{D5CDD505-2E9C-101B-9397-08002B2CF9AE}" pid="3" name="MediaServiceImageTags">
    <vt:lpwstr/>
  </property>
</Properties>
</file>