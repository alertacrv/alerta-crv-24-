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003366"/>
                </a:solidFill>
              </a:defRPr>
            </a:pPr>
            <a:r>
              <a:t>AlertaCRV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404040"/>
                </a:solidFill>
              </a:defRPr>
            </a:pPr>
            <a:r>
              <a:t>Sistema de monitoreo automático de emergencias en Venezuela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  <a:r>
              <a:t>AlertaCRV revisa medios de comunicación venezolanos las 24 horas y detecta reportes de emergencias apenas se publican. Cruza varias fuentes entre sí antes de dar algo por confirmado, y lo publica en Telegram y en un sitio web para que la información llegue rápido y verificada.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  <a:r>
              <a:t>El sistema informa lo que ya está ocurriendo y ha sido reportado. No predice ni mide directamente los eventos.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Tipos de emergencia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  <a:r>
              <a:t>18 tipos de emergencia monitoreados: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  <a:r>
              <a:t>Sismo · Incendio · Inundación · Deslizamiento · Falla eléctrica · Falla de agua · Vialidad · Orden público · Salud pública · Tsunami · Tormenta eléctrica · Derrame petrolero · Explosión · Sequía · Colapso estructural · Crisis migratoria · Escasez de combustible · Motín carcelario · Accidente de transporte · Ataque armado · Emergencia del Metro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  <a:r>
              <a:t>Cada tipo tiene palabras clave específicas para detección automática sin IA, con verificación cruzada entre múltiples fuentes.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Niveles de severidad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  <a:r>
              <a:t>4 niveles de severidad + "sin clasificar":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  <a:r>
              <a:t>Crítico: Fallecidos, desaparecidos, colapso total, emergencia nacional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  <a:r>
              <a:t>Alto: Heridos, hospitalizados, evacuados, daños severos, intoxicación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  <a:r>
              <a:t>Medio: Daños materiales sin víctimas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  <a:r>
              <a:t>Bajo: Situación controlada, alertas preventivas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  <a:r>
              <a:t>Sin clasificar: Tipo detectado pero severidad no determinada por el texto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Confiabilidad: el sistema de score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  <a:r>
              <a:t>Cada medio tiene un puntaje de confiabilidad (0.5 a 0.9) evaluado en base a: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  <a:r>
              <a:t>· Gobernanza institucional (comité editorial, autoridad oficial)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  <a:r>
              <a:t>· Verificabilidad de fuentes (documentos, citas directas)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  <a:r>
              <a:t>· Historial libre de bulos o desmentidos públicos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  <a:r>
              <a:t>· Precisión en fecha y lugar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  <a:r>
              <a:t>· Verificación técnica: feed activo, contenido real sobre Venezuela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  <a:r>
              <a:t>Cuando varios medios reportan el mismo hecho, sus puntajes se suman. Solo si superan un umbral, el evento se marca como confirmado. Si no, se publica como sin confirmar.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Limitación principal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  <a:r>
              <a:t>El sistema depende por completo de que un medio de comunicación reporte el hecho.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  <a:r>
              <a:t>En zonas donde la cobertura de prensa es escasa, como Amazonas, el sistema puede no registrar emergencias reales simplemente porque nadie las publicó.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  <a:r>
              <a:t>La calidad de la clasificación no cambia nada en esos casos: el punto de partida es siempre lo que un medio decidió cubrir.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Hacia dónde puede crecer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  <a:r>
              <a:t>Panel de tendencias históricas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  <a:r>
              <a:t>Mostrar evolución de emergencias por estado y tipo a lo largo del tiempo — dato inexistente hoy en Venezuela de forma sistemática.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  <a:r>
              <a:t>Canal de reporte ciudadano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  <a:r>
              <a:t>Permitir que cualquier persona reporte una emergencia directamente, ampliando cobertura hacia zonas sin prensa. Reportes pasarían por el mismo proceso de verificación cruzada.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Cierre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  <a:r>
              <a:t>AlertaCRV convierte información dispersa en un flujo único, verificado y consultable.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</a:defRPr>
            </a:pPr>
            <a:r>
              <a:t>Es una herramienta informativa hoy, con espacio real para crecer en cobertura y en profundidad.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